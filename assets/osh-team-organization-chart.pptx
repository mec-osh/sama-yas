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3"/>
  </p:notesMasterIdLst>
  <p:sldIdLst>
    <p:sldId id="272" r:id="rId2"/>
  </p:sldIdLst>
  <p:sldSz cx="12801600" cy="9601200" type="A3"/>
  <p:notesSz cx="9296400" cy="701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6000"/>
    <a:srgbClr val="BF9000"/>
    <a:srgbClr val="0091C4"/>
    <a:srgbClr val="009BD2"/>
    <a:srgbClr val="3B8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4CFCF0-6569-44F1-B5CD-D24CECE327FE}" v="1" dt="2026-07-30T04:45:40.0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75" d="100"/>
          <a:sy n="75" d="100"/>
        </p:scale>
        <p:origin x="1680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MIL HSE ENGINEER" userId="11fef77a608c5540" providerId="LiveId" clId="{8A5D58C8-C94C-4797-AB4E-1ED2EFABA1E9}"/>
    <pc:docChg chg="custSel delSld modSld">
      <pc:chgData name="SHAMIL HSE ENGINEER" userId="11fef77a608c5540" providerId="LiveId" clId="{8A5D58C8-C94C-4797-AB4E-1ED2EFABA1E9}" dt="2026-07-30T04:45:46.465" v="4" actId="1076"/>
      <pc:docMkLst>
        <pc:docMk/>
      </pc:docMkLst>
      <pc:sldChg chg="del">
        <pc:chgData name="SHAMIL HSE ENGINEER" userId="11fef77a608c5540" providerId="LiveId" clId="{8A5D58C8-C94C-4797-AB4E-1ED2EFABA1E9}" dt="2026-07-30T04:45:35.295" v="0" actId="47"/>
        <pc:sldMkLst>
          <pc:docMk/>
          <pc:sldMk cId="2140253036" sldId="271"/>
        </pc:sldMkLst>
      </pc:sldChg>
      <pc:sldChg chg="addSp delSp modSp mod">
        <pc:chgData name="SHAMIL HSE ENGINEER" userId="11fef77a608c5540" providerId="LiveId" clId="{8A5D58C8-C94C-4797-AB4E-1ED2EFABA1E9}" dt="2026-07-30T04:45:46.465" v="4" actId="1076"/>
        <pc:sldMkLst>
          <pc:docMk/>
          <pc:sldMk cId="3640959441" sldId="272"/>
        </pc:sldMkLst>
        <pc:spChg chg="del">
          <ac:chgData name="SHAMIL HSE ENGINEER" userId="11fef77a608c5540" providerId="LiveId" clId="{8A5D58C8-C94C-4797-AB4E-1ED2EFABA1E9}" dt="2026-07-30T04:45:37.551" v="1" actId="478"/>
          <ac:spMkLst>
            <pc:docMk/>
            <pc:sldMk cId="3640959441" sldId="272"/>
            <ac:spMk id="6" creationId="{2B8F2679-C4CF-2D7C-4EA3-F40AD542D4BD}"/>
          </ac:spMkLst>
        </pc:spChg>
        <pc:spChg chg="del">
          <ac:chgData name="SHAMIL HSE ENGINEER" userId="11fef77a608c5540" providerId="LiveId" clId="{8A5D58C8-C94C-4797-AB4E-1ED2EFABA1E9}" dt="2026-07-30T04:45:37.551" v="1" actId="478"/>
          <ac:spMkLst>
            <pc:docMk/>
            <pc:sldMk cId="3640959441" sldId="272"/>
            <ac:spMk id="7" creationId="{621E5183-B3D4-FE83-B247-CBE826737E4A}"/>
          </ac:spMkLst>
        </pc:spChg>
        <pc:spChg chg="add mod">
          <ac:chgData name="SHAMIL HSE ENGINEER" userId="11fef77a608c5540" providerId="LiveId" clId="{8A5D58C8-C94C-4797-AB4E-1ED2EFABA1E9}" dt="2026-07-30T04:45:46.465" v="4" actId="1076"/>
          <ac:spMkLst>
            <pc:docMk/>
            <pc:sldMk cId="3640959441" sldId="272"/>
            <ac:spMk id="11" creationId="{D92029E0-7EB8-7568-F1C1-02F94350E177}"/>
          </ac:spMkLst>
        </pc:spChg>
        <pc:spChg chg="del">
          <ac:chgData name="SHAMIL HSE ENGINEER" userId="11fef77a608c5540" providerId="LiveId" clId="{8A5D58C8-C94C-4797-AB4E-1ED2EFABA1E9}" dt="2026-07-30T04:45:37.551" v="1" actId="478"/>
          <ac:spMkLst>
            <pc:docMk/>
            <pc:sldMk cId="3640959441" sldId="272"/>
            <ac:spMk id="12" creationId="{899E2D98-0CCC-E26B-3B6C-3C40F28E7858}"/>
          </ac:spMkLst>
        </pc:spChg>
        <pc:spChg chg="del">
          <ac:chgData name="SHAMIL HSE ENGINEER" userId="11fef77a608c5540" providerId="LiveId" clId="{8A5D58C8-C94C-4797-AB4E-1ED2EFABA1E9}" dt="2026-07-30T04:45:37.551" v="1" actId="478"/>
          <ac:spMkLst>
            <pc:docMk/>
            <pc:sldMk cId="3640959441" sldId="272"/>
            <ac:spMk id="13" creationId="{10DC30C7-0373-F429-5F52-289915C5A8DB}"/>
          </ac:spMkLst>
        </pc:spChg>
        <pc:graphicFrameChg chg="del">
          <ac:chgData name="SHAMIL HSE ENGINEER" userId="11fef77a608c5540" providerId="LiveId" clId="{8A5D58C8-C94C-4797-AB4E-1ED2EFABA1E9}" dt="2026-07-30T04:45:40.023" v="2" actId="478"/>
          <ac:graphicFrameMkLst>
            <pc:docMk/>
            <pc:sldMk cId="3640959441" sldId="272"/>
            <ac:graphicFrameMk id="5" creationId="{83FB52B8-136A-9D4A-A146-6F2E4A97594C}"/>
          </ac:graphicFrameMkLst>
        </pc:graphicFrameChg>
        <pc:picChg chg="del">
          <ac:chgData name="SHAMIL HSE ENGINEER" userId="11fef77a608c5540" providerId="LiveId" clId="{8A5D58C8-C94C-4797-AB4E-1ED2EFABA1E9}" dt="2026-07-30T04:45:40.023" v="2" actId="478"/>
          <ac:picMkLst>
            <pc:docMk/>
            <pc:sldMk cId="3640959441" sldId="272"/>
            <ac:picMk id="3" creationId="{1E988A8C-616C-91D3-59CE-30926E4B3EDF}"/>
          </ac:picMkLst>
        </pc:picChg>
        <pc:picChg chg="del">
          <ac:chgData name="SHAMIL HSE ENGINEER" userId="11fef77a608c5540" providerId="LiveId" clId="{8A5D58C8-C94C-4797-AB4E-1ED2EFABA1E9}" dt="2026-07-30T04:45:37.551" v="1" actId="478"/>
          <ac:picMkLst>
            <pc:docMk/>
            <pc:sldMk cId="3640959441" sldId="272"/>
            <ac:picMk id="4" creationId="{734E7126-8230-708C-02C0-D22B0A91EA70}"/>
          </ac:picMkLst>
        </pc:picChg>
        <pc:picChg chg="del">
          <ac:chgData name="SHAMIL HSE ENGINEER" userId="11fef77a608c5540" providerId="LiveId" clId="{8A5D58C8-C94C-4797-AB4E-1ED2EFABA1E9}" dt="2026-07-30T04:45:37.551" v="1" actId="478"/>
          <ac:picMkLst>
            <pc:docMk/>
            <pc:sldMk cId="3640959441" sldId="272"/>
            <ac:picMk id="10" creationId="{F1A3A2DB-7314-4CC4-1B99-A506208E2E12}"/>
          </ac:picMkLst>
        </pc:picChg>
        <pc:picChg chg="del">
          <ac:chgData name="SHAMIL HSE ENGINEER" userId="11fef77a608c5540" providerId="LiveId" clId="{8A5D58C8-C94C-4797-AB4E-1ED2EFABA1E9}" dt="2026-07-30T04:45:37.551" v="1" actId="478"/>
          <ac:picMkLst>
            <pc:docMk/>
            <pc:sldMk cId="3640959441" sldId="272"/>
            <ac:picMk id="14" creationId="{B18A6240-3BDC-4C12-6C3F-90600B3BB7AC}"/>
          </ac:picMkLst>
        </pc:picChg>
        <pc:picChg chg="del">
          <ac:chgData name="SHAMIL HSE ENGINEER" userId="11fef77a608c5540" providerId="LiveId" clId="{8A5D58C8-C94C-4797-AB4E-1ED2EFABA1E9}" dt="2026-07-30T04:45:37.551" v="1" actId="478"/>
          <ac:picMkLst>
            <pc:docMk/>
            <pc:sldMk cId="3640959441" sldId="272"/>
            <ac:picMk id="15" creationId="{04BDEE63-AD51-F549-E01C-694B68C95F2B}"/>
          </ac:picMkLst>
        </pc:picChg>
        <pc:picChg chg="del">
          <ac:chgData name="SHAMIL HSE ENGINEER" userId="11fef77a608c5540" providerId="LiveId" clId="{8A5D58C8-C94C-4797-AB4E-1ED2EFABA1E9}" dt="2026-07-30T04:45:40.023" v="2" actId="478"/>
          <ac:picMkLst>
            <pc:docMk/>
            <pc:sldMk cId="3640959441" sldId="272"/>
            <ac:picMk id="27" creationId="{72D6C8D1-C1DC-69E1-0B26-8E31C274B03B}"/>
          </ac:picMkLst>
        </pc:picChg>
        <pc:picChg chg="del">
          <ac:chgData name="SHAMIL HSE ENGINEER" userId="11fef77a608c5540" providerId="LiveId" clId="{8A5D58C8-C94C-4797-AB4E-1ED2EFABA1E9}" dt="2026-07-30T04:45:40.023" v="2" actId="478"/>
          <ac:picMkLst>
            <pc:docMk/>
            <pc:sldMk cId="3640959441" sldId="272"/>
            <ac:picMk id="2053" creationId="{26C01176-5FE2-1CBC-222A-6371BABC9A6D}"/>
          </ac:picMkLst>
        </pc:picChg>
        <pc:picChg chg="del">
          <ac:chgData name="SHAMIL HSE ENGINEER" userId="11fef77a608c5540" providerId="LiveId" clId="{8A5D58C8-C94C-4797-AB4E-1ED2EFABA1E9}" dt="2026-07-30T04:45:40.023" v="2" actId="478"/>
          <ac:picMkLst>
            <pc:docMk/>
            <pc:sldMk cId="3640959441" sldId="272"/>
            <ac:picMk id="2054" creationId="{A771BE1A-0F66-8D72-D0D9-1FBF2DEFFF7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4099B1-7C17-4DAD-A84D-FAB36AE37CC2}" type="doc">
      <dgm:prSet loTypeId="urn:microsoft.com/office/officeart/2005/8/layout/hierarchy6" loCatId="hierarchy" qsTypeId="urn:microsoft.com/office/officeart/2005/8/quickstyle/simple5" qsCatId="simple" csTypeId="urn:microsoft.com/office/officeart/2005/8/colors/accent1_4" csCatId="accent1" phldr="1"/>
      <dgm:spPr/>
      <dgm:t>
        <a:bodyPr/>
        <a:lstStyle/>
        <a:p>
          <a:endParaRPr lang="en-AE"/>
        </a:p>
      </dgm:t>
    </dgm:pt>
    <dgm:pt modelId="{E408EA41-4959-4EE5-8ECD-12A85831D52A}">
      <dgm:prSet custT="1"/>
      <dgm:spPr>
        <a:solidFill>
          <a:srgbClr val="0070C0"/>
        </a:solidFill>
        <a:ln w="19050">
          <a:noFill/>
          <a:prstDash val="dash"/>
        </a:ln>
      </dgm:spPr>
      <dgm:t>
        <a:bodyPr/>
        <a:lstStyle/>
        <a:p>
          <a:r>
            <a:rPr lang="en-US" sz="800" b="1" u="none" dirty="0">
              <a:solidFill>
                <a:schemeClr val="bg1"/>
              </a:solidFill>
              <a:effectLst/>
              <a:latin typeface="+mj-lt"/>
            </a:rPr>
            <a:t>Project OSH MANAGER </a:t>
          </a:r>
          <a:endParaRPr lang="en-US" sz="800" u="none" dirty="0">
            <a:effectLst/>
            <a:latin typeface="+mj-lt"/>
          </a:endParaRPr>
        </a:p>
        <a:p>
          <a:r>
            <a:rPr lang="en-US" sz="800" b="0" u="none" dirty="0">
              <a:latin typeface="+mj-lt"/>
            </a:rPr>
            <a:t>Assif Ahamed</a:t>
          </a:r>
          <a:endParaRPr lang="en-US" sz="800" b="0" u="none" dirty="0">
            <a:effectLst/>
            <a:latin typeface="+mj-lt"/>
          </a:endParaRPr>
        </a:p>
      </dgm:t>
    </dgm:pt>
    <dgm:pt modelId="{4D87C141-DE2F-4C4B-9F7A-B8EAE6725641}" type="parTrans" cxnId="{D74E7E80-7D47-424F-9259-F19B72C261B3}">
      <dgm:prSet/>
      <dgm:spPr/>
      <dgm:t>
        <a:bodyPr/>
        <a:lstStyle/>
        <a:p>
          <a:endParaRPr lang="en-AE" sz="800" u="none">
            <a:latin typeface="+mj-lt"/>
          </a:endParaRPr>
        </a:p>
      </dgm:t>
    </dgm:pt>
    <dgm:pt modelId="{41091D24-86F1-49C2-AEAC-9A6069E0B7AD}" type="sibTrans" cxnId="{D74E7E80-7D47-424F-9259-F19B72C261B3}">
      <dgm:prSet/>
      <dgm:spPr/>
      <dgm:t>
        <a:bodyPr/>
        <a:lstStyle/>
        <a:p>
          <a:endParaRPr lang="en-AE" sz="800" u="none">
            <a:latin typeface="+mj-lt"/>
          </a:endParaRPr>
        </a:p>
      </dgm:t>
    </dgm:pt>
    <dgm:pt modelId="{D47D2734-2AFE-4113-816B-35226E73BCC8}">
      <dgm:prSet custT="1"/>
      <dgm:spPr>
        <a:solidFill>
          <a:srgbClr val="0091C4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34290" tIns="34290" rIns="34290" bIns="34290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OSH ENGINEER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800" b="0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Stanley Ajuka</a:t>
          </a:r>
          <a:endParaRPr lang="en-US" sz="800" b="0" u="none" kern="1200" dirty="0">
            <a:solidFill>
              <a:prstClr val="white"/>
            </a:solidFill>
            <a:latin typeface="+mj-lt"/>
            <a:ea typeface="+mn-ea"/>
            <a:cs typeface="+mn-cs"/>
          </a:endParaRPr>
        </a:p>
      </dgm:t>
    </dgm:pt>
    <dgm:pt modelId="{BC375914-FE48-442E-8A4E-EAB719A78596}" type="parTrans" cxnId="{D55ACD80-992F-47E3-8DFF-E1EAA38174A3}">
      <dgm:prSet/>
      <dgm:spPr/>
      <dgm:t>
        <a:bodyPr/>
        <a:lstStyle/>
        <a:p>
          <a:endParaRPr lang="en-AE" sz="800" u="none">
            <a:latin typeface="+mj-lt"/>
          </a:endParaRPr>
        </a:p>
      </dgm:t>
    </dgm:pt>
    <dgm:pt modelId="{F9F2E54E-38BF-4A2F-972F-113E66F7621E}" type="sibTrans" cxnId="{D55ACD80-992F-47E3-8DFF-E1EAA38174A3}">
      <dgm:prSet/>
      <dgm:spPr/>
      <dgm:t>
        <a:bodyPr/>
        <a:lstStyle/>
        <a:p>
          <a:endParaRPr lang="en-AE" sz="800" u="none">
            <a:latin typeface="+mj-lt"/>
          </a:endParaRPr>
        </a:p>
      </dgm:t>
    </dgm:pt>
    <dgm:pt modelId="{F18D4B1F-3E6E-4E22-887A-3F814ADDC0B2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AE" sz="800" b="1" u="none" dirty="0">
              <a:latin typeface="+mj-lt"/>
            </a:rPr>
            <a:t>Zone 1</a:t>
          </a:r>
        </a:p>
      </dgm:t>
    </dgm:pt>
    <dgm:pt modelId="{0C7E8425-96F4-4407-9510-38DC715F2EA0}" type="parTrans" cxnId="{020045C8-FAE5-4B8D-A7EB-579461C932F7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294547F3-572E-4599-A6F7-C230C84A44D8}" type="sibTrans" cxnId="{020045C8-FAE5-4B8D-A7EB-579461C932F7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6B79ADFE-8C9C-4C8D-856A-9FC17806C322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pPr algn="ctr"/>
          <a:r>
            <a:rPr lang="en-AE" sz="800" b="1" u="none" dirty="0">
              <a:latin typeface="+mj-lt"/>
            </a:rPr>
            <a:t>Zone 02</a:t>
          </a:r>
        </a:p>
      </dgm:t>
    </dgm:pt>
    <dgm:pt modelId="{F08F5C3E-BDA9-42CC-B592-20A9CBEE8784}" type="parTrans" cxnId="{791835B2-CA8A-42C9-8D57-0B47840AC819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FA70AD47-C621-49B7-B212-13F8D13BE81F}" type="sibTrans" cxnId="{791835B2-CA8A-42C9-8D57-0B47840AC819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66616C03-640B-4E55-88C1-C2F57BEC8E95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AE" sz="800" b="1" u="none" dirty="0">
              <a:latin typeface="+mj-lt"/>
            </a:rPr>
            <a:t>Zone 3</a:t>
          </a:r>
        </a:p>
      </dgm:t>
    </dgm:pt>
    <dgm:pt modelId="{FB767221-E814-4E22-AB52-6ED369B520AC}" type="parTrans" cxnId="{A0EA8E76-C0B0-4C68-9BAA-621624555E52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CCA0D6EE-FA09-4E73-8DB4-B571EB47D9B7}" type="sibTrans" cxnId="{A0EA8E76-C0B0-4C68-9BAA-621624555E52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27EFFECF-0025-414D-8D7F-AB712FFB1B38}">
      <dgm:prSet custT="1"/>
      <dgm:spPr>
        <a:solidFill>
          <a:srgbClr val="FFC000">
            <a:lumMod val="75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30480" tIns="30480" rIns="30480" bIns="30480" numCol="1" spcCol="1270" anchor="ctr" anchorCtr="0"/>
        <a:lstStyle/>
        <a:p>
          <a:pPr algn="ctr"/>
          <a:r>
            <a:rPr lang="en-AE" sz="800" b="1" u="none" kern="1200" dirty="0">
              <a:latin typeface="+mj-lt"/>
            </a:rPr>
            <a:t>OSH </a:t>
          </a:r>
          <a:r>
            <a:rPr lang="en-AE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COORDINATOR</a:t>
          </a:r>
          <a:r>
            <a:rPr lang="en-AE" sz="800" b="1" u="none" kern="1200" dirty="0">
              <a:latin typeface="+mj-lt"/>
            </a:rPr>
            <a:t> </a:t>
          </a:r>
          <a:r>
            <a:rPr lang="en-US" sz="800" b="1" u="none" kern="1200" dirty="0">
              <a:latin typeface="+mj-lt"/>
            </a:rPr>
            <a:t> </a:t>
          </a:r>
          <a:endParaRPr lang="en-AE" sz="800" b="1" u="none" kern="1200" dirty="0">
            <a:latin typeface="+mj-lt"/>
          </a:endParaRPr>
        </a:p>
      </dgm:t>
    </dgm:pt>
    <dgm:pt modelId="{C4706E66-8B83-4D62-BD02-B94C21F8DA97}" type="parTrans" cxnId="{C4F3C19E-5C29-41B5-9996-F8ED6F2D5D2D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4BCC3012-846A-4EC2-94C9-C061F7300640}" type="sibTrans" cxnId="{C4F3C19E-5C29-41B5-9996-F8ED6F2D5D2D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8BF996C2-42B2-48A3-865D-DACE7A1EB62D}">
      <dgm:prSet custT="1"/>
      <dgm:spPr>
        <a:solidFill>
          <a:srgbClr val="FFC000">
            <a:lumMod val="75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30480" tIns="30480" rIns="30480" bIns="30480" numCol="1" spcCol="1270" anchor="ctr" anchorCtr="0"/>
        <a:lstStyle/>
        <a:p>
          <a:r>
            <a:rPr lang="en-US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MALE</a:t>
          </a:r>
          <a:r>
            <a:rPr lang="en-US" sz="800" b="1" u="none" kern="1200" dirty="0">
              <a:latin typeface="+mj-lt"/>
            </a:rPr>
            <a:t> </a:t>
          </a:r>
          <a:r>
            <a:rPr lang="en-US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NURSE</a:t>
          </a:r>
        </a:p>
      </dgm:t>
    </dgm:pt>
    <dgm:pt modelId="{CE105CB4-7AE0-4F35-8916-E18D28AADA4C}" type="parTrans" cxnId="{C1E01326-6CD8-4CF8-AEC2-98BC24C6AA87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13EFD87C-E0ED-4796-9DE4-5F23BBE8C54D}" type="sibTrans" cxnId="{C1E01326-6CD8-4CF8-AEC2-98BC24C6AA87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DBF3595F-2EA3-423B-914F-DD30AB487EA7}">
      <dgm:prSet custT="1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GB" sz="800" b="1" u="none" dirty="0">
              <a:latin typeface="+mj-lt"/>
            </a:rPr>
            <a:t>DAY SHIFT</a:t>
          </a:r>
        </a:p>
      </dgm:t>
    </dgm:pt>
    <dgm:pt modelId="{531FEA85-E399-4EE2-A139-DFF27F897523}" type="parTrans" cxnId="{0535F311-E059-4744-BAD7-D1F37B59BED1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62551BDA-D045-4227-8915-E0A5CA7BF5FC}" type="sibTrans" cxnId="{0535F311-E059-4744-BAD7-D1F37B59BED1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01C4E140-ED2F-4127-80A8-137FB65DF0CB}">
      <dgm:prSet custT="1"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GB" sz="800" b="1" u="none" dirty="0">
              <a:latin typeface="+mj-lt"/>
            </a:rPr>
            <a:t>NIGHT SHIFT</a:t>
          </a:r>
        </a:p>
      </dgm:t>
    </dgm:pt>
    <dgm:pt modelId="{16A3700F-0FCE-455E-8276-0B876FD990E2}" type="parTrans" cxnId="{B8D7033A-8F48-4B88-BB9E-324589A549DC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0223BBEF-C404-4D9B-85FA-2725F404E7B7}" type="sibTrans" cxnId="{B8D7033A-8F48-4B88-BB9E-324589A549DC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D9FD474C-5597-46A9-8270-51EC3625B3E7}">
      <dgm:prSet custT="1"/>
      <dgm:spPr>
        <a:solidFill>
          <a:srgbClr val="00B0F0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OSH OFFICER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Awaiz</a:t>
          </a:r>
        </a:p>
      </dgm:t>
    </dgm:pt>
    <dgm:pt modelId="{7E066186-BAD1-4C9D-BD31-E5C5A4A13287}" type="parTrans" cxnId="{E94150FB-AA76-4DB3-A7DA-E2585E1324C7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CE66F7F9-BF3C-4C35-8C85-79464F68B860}" type="sibTrans" cxnId="{E94150FB-AA76-4DB3-A7DA-E2585E1324C7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63D228B3-A4C4-432E-AF2A-B774CCB21A2C}">
      <dgm:prSet custT="1"/>
      <dgm:spPr>
        <a:solidFill>
          <a:srgbClr val="00B0F0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OSH OFFICER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Mr. </a:t>
          </a:r>
          <a:r>
            <a:rPr lang="en-US" sz="800" b="0" u="none" kern="1200" dirty="0" err="1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Nasurudheen</a:t>
          </a:r>
          <a:endParaRPr lang="en-GB" sz="800" b="1" u="none" kern="1200" dirty="0">
            <a:solidFill>
              <a:prstClr val="white"/>
            </a:solidFill>
            <a:latin typeface="Calibri Light" panose="020F0302020204030204"/>
            <a:ea typeface="+mn-ea"/>
            <a:cs typeface="+mn-cs"/>
          </a:endParaRPr>
        </a:p>
      </dgm:t>
    </dgm:pt>
    <dgm:pt modelId="{14C491A5-2FF8-4AFE-9070-359B38E011ED}" type="parTrans" cxnId="{CE826349-CB21-48B4-8220-9DAD17CC095D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B2E16803-46C7-4DF4-99E0-9FE538A82B10}" type="sibTrans" cxnId="{CE826349-CB21-48B4-8220-9DAD17CC095D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E91F8125-D27A-4B15-B8AB-7BA6D2174004}">
      <dgm:prSet custT="1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sz="800" u="none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rPr>
            <a:t>Day Shift</a:t>
          </a:r>
        </a:p>
      </dgm:t>
    </dgm:pt>
    <dgm:pt modelId="{81CE7F82-4949-41FB-AC9A-4C1B087F555B}" type="parTrans" cxnId="{4B4F5E2F-56BF-4270-A0F8-6748BF313664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A0628305-9739-4FCD-8320-46F4F7691284}" type="sibTrans" cxnId="{4B4F5E2F-56BF-4270-A0F8-6748BF313664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863D81C9-287D-43AB-9829-2E8F9463D5CE}">
      <dgm:prSet custT="1"/>
      <dgm:spPr>
        <a:solidFill>
          <a:srgbClr val="0091C4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34290" tIns="34290" rIns="34290" bIns="34290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OSH ENGINEER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TBA</a:t>
          </a:r>
          <a:endParaRPr lang="en-GB" sz="800" b="1" u="none" kern="1200" dirty="0">
            <a:solidFill>
              <a:prstClr val="white"/>
            </a:solidFill>
            <a:latin typeface="+mj-lt"/>
            <a:ea typeface="+mn-ea"/>
            <a:cs typeface="+mn-cs"/>
          </a:endParaRPr>
        </a:p>
      </dgm:t>
    </dgm:pt>
    <dgm:pt modelId="{86B7A31D-8FEF-4298-B28A-3A71A6133B05}" type="parTrans" cxnId="{75761F4C-64B0-4AB7-8FE9-847DCE462992}">
      <dgm:prSet/>
      <dgm:spPr/>
      <dgm:t>
        <a:bodyPr/>
        <a:lstStyle/>
        <a:p>
          <a:endParaRPr lang="en-AE" sz="800" u="none">
            <a:latin typeface="+mj-lt"/>
          </a:endParaRPr>
        </a:p>
      </dgm:t>
    </dgm:pt>
    <dgm:pt modelId="{ABCEE4A4-2692-47DA-A8C8-9E272172FBF9}" type="sibTrans" cxnId="{75761F4C-64B0-4AB7-8FE9-847DCE462992}">
      <dgm:prSet/>
      <dgm:spPr/>
      <dgm:t>
        <a:bodyPr/>
        <a:lstStyle/>
        <a:p>
          <a:endParaRPr lang="en-AE" sz="800" u="none">
            <a:latin typeface="+mj-lt"/>
          </a:endParaRPr>
        </a:p>
      </dgm:t>
    </dgm:pt>
    <dgm:pt modelId="{B35FB86C-E044-4CE9-B877-C54FBEBB4D17}">
      <dgm:prSet custT="1"/>
      <dgm:spPr>
        <a:solidFill>
          <a:srgbClr val="0091C4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34290" tIns="34290" rIns="34290" bIns="34290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SR. OSH OFFICER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0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Mr. Shamil </a:t>
          </a:r>
          <a:endParaRPr lang="en-US" sz="800" b="0" u="none" kern="1200" dirty="0">
            <a:solidFill>
              <a:prstClr val="white"/>
            </a:solidFill>
            <a:latin typeface="+mj-lt"/>
            <a:ea typeface="+mn-ea"/>
            <a:cs typeface="+mn-cs"/>
          </a:endParaRPr>
        </a:p>
      </dgm:t>
    </dgm:pt>
    <dgm:pt modelId="{1B524B76-5AC3-4554-B140-590C83BF8BEB}" type="sibTrans" cxnId="{D76AA305-449D-4B2D-8F6C-CCFAD5EBCC78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B5CE3783-ABD2-4B8A-AF9A-9F6F941F1585}" type="parTrans" cxnId="{D76AA305-449D-4B2D-8F6C-CCFAD5EBCC78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D462346A-BD43-4E26-B823-B6AC5D7192DA}">
      <dgm:prSet custT="1"/>
      <dgm:spPr>
        <a:solidFill>
          <a:srgbClr val="00B0F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OSH OFFICER</a:t>
          </a:r>
        </a:p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0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Mr. </a:t>
          </a:r>
          <a:r>
            <a:rPr lang="en-AE" sz="800" b="0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Hashim Salih</a:t>
          </a:r>
          <a:r>
            <a:rPr lang="en-GB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 </a:t>
          </a:r>
          <a:endParaRPr lang="en-US" sz="800" b="0" u="none" kern="1200" dirty="0">
            <a:solidFill>
              <a:prstClr val="white"/>
            </a:solidFill>
            <a:latin typeface="+mj-lt"/>
            <a:ea typeface="+mn-ea"/>
            <a:cs typeface="+mn-cs"/>
          </a:endParaRPr>
        </a:p>
      </dgm:t>
    </dgm:pt>
    <dgm:pt modelId="{D9E50737-E5F6-42BE-AF58-03ADABDBD9AD}" type="parTrans" cxnId="{BB6C86EF-78ED-48B3-BD63-16198A87629B}">
      <dgm:prSet/>
      <dgm:spPr/>
      <dgm:t>
        <a:bodyPr/>
        <a:lstStyle/>
        <a:p>
          <a:endParaRPr lang="en-AE" sz="800" u="none">
            <a:latin typeface="+mj-lt"/>
          </a:endParaRPr>
        </a:p>
      </dgm:t>
    </dgm:pt>
    <dgm:pt modelId="{0386FF6E-7AD6-4AE9-A3CD-B2FFB6707510}" type="sibTrans" cxnId="{BB6C86EF-78ED-48B3-BD63-16198A87629B}">
      <dgm:prSet/>
      <dgm:spPr/>
      <dgm:t>
        <a:bodyPr/>
        <a:lstStyle/>
        <a:p>
          <a:endParaRPr lang="en-AE" sz="800" u="none">
            <a:latin typeface="+mj-lt"/>
          </a:endParaRPr>
        </a:p>
      </dgm:t>
    </dgm:pt>
    <dgm:pt modelId="{864532A3-59C6-40DF-BBAA-8133F52FA6F2}">
      <dgm:prSet custT="1"/>
      <dgm:spPr>
        <a:solidFill>
          <a:srgbClr val="00B0F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34290" tIns="34290" rIns="34290" bIns="34290" numCol="1" spcCol="1270" anchor="ctr" anchorCtr="0"/>
        <a:lstStyle/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OSH OFFICER </a:t>
          </a:r>
        </a:p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0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Mr. Faizan</a:t>
          </a:r>
          <a:endParaRPr lang="en-US" sz="800" b="0" u="none" kern="1200" dirty="0">
            <a:solidFill>
              <a:prstClr val="white"/>
            </a:solidFill>
            <a:latin typeface="+mj-lt"/>
            <a:ea typeface="+mn-ea"/>
            <a:cs typeface="+mn-cs"/>
          </a:endParaRPr>
        </a:p>
      </dgm:t>
    </dgm:pt>
    <dgm:pt modelId="{D53FA332-B3BE-4A13-8F4A-261369DEDDC1}" type="parTrans" cxnId="{7CCD6F14-E76A-4E2D-9853-367ADCD0089B}">
      <dgm:prSet/>
      <dgm:spPr/>
      <dgm:t>
        <a:bodyPr/>
        <a:lstStyle/>
        <a:p>
          <a:endParaRPr lang="en-AE" sz="800" u="none">
            <a:latin typeface="+mj-lt"/>
          </a:endParaRPr>
        </a:p>
      </dgm:t>
    </dgm:pt>
    <dgm:pt modelId="{603A3D2E-B2B7-4593-975F-6C5212E390B9}" type="sibTrans" cxnId="{7CCD6F14-E76A-4E2D-9853-367ADCD0089B}">
      <dgm:prSet/>
      <dgm:spPr/>
      <dgm:t>
        <a:bodyPr/>
        <a:lstStyle/>
        <a:p>
          <a:endParaRPr lang="en-AE" sz="800" u="none">
            <a:latin typeface="+mj-lt"/>
          </a:endParaRPr>
        </a:p>
      </dgm:t>
    </dgm:pt>
    <dgm:pt modelId="{EF69E8E9-F257-43B3-984B-C70FAB1C5DE4}">
      <dgm:prSet custT="1"/>
      <dgm:spPr>
        <a:solidFill>
          <a:srgbClr val="0091C4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34290" tIns="34290" rIns="34290" bIns="34290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OSH ENGINEER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TBA</a:t>
          </a:r>
        </a:p>
      </dgm:t>
    </dgm:pt>
    <dgm:pt modelId="{A92A2282-6E8F-49F7-ACDD-CED3BDCD1BFF}" type="parTrans" cxnId="{500C219D-EDE4-4E0A-8E92-3882EA20A2D3}">
      <dgm:prSet/>
      <dgm:spPr/>
      <dgm:t>
        <a:bodyPr/>
        <a:lstStyle/>
        <a:p>
          <a:endParaRPr lang="en-AE" sz="800" u="none">
            <a:latin typeface="+mj-lt"/>
          </a:endParaRPr>
        </a:p>
      </dgm:t>
    </dgm:pt>
    <dgm:pt modelId="{7CD38E09-0847-468A-832B-39F7AF6553E2}" type="sibTrans" cxnId="{500C219D-EDE4-4E0A-8E92-3882EA20A2D3}">
      <dgm:prSet/>
      <dgm:spPr/>
      <dgm:t>
        <a:bodyPr/>
        <a:lstStyle/>
        <a:p>
          <a:endParaRPr lang="en-AE" sz="800" u="none">
            <a:latin typeface="+mj-lt"/>
          </a:endParaRPr>
        </a:p>
      </dgm:t>
    </dgm:pt>
    <dgm:pt modelId="{37B2712D-4CD8-4F58-BC06-595131145529}">
      <dgm:prSet custT="1"/>
      <dgm:spPr>
        <a:solidFill>
          <a:srgbClr val="00B0F0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OSH OFFICER</a:t>
          </a:r>
        </a:p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0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TBA</a:t>
          </a:r>
        </a:p>
      </dgm:t>
    </dgm:pt>
    <dgm:pt modelId="{11FC51AE-8F56-406C-BB89-E6D37F741F3E}" type="parTrans" cxnId="{810F0FB2-4939-47F5-81F3-DB31749D9909}">
      <dgm:prSet/>
      <dgm:spPr/>
      <dgm:t>
        <a:bodyPr/>
        <a:lstStyle/>
        <a:p>
          <a:endParaRPr lang="en-AE" sz="800" u="none">
            <a:latin typeface="+mj-lt"/>
          </a:endParaRPr>
        </a:p>
      </dgm:t>
    </dgm:pt>
    <dgm:pt modelId="{048509BF-86D5-4561-92D3-51AAF79EEB1A}" type="sibTrans" cxnId="{810F0FB2-4939-47F5-81F3-DB31749D9909}">
      <dgm:prSet/>
      <dgm:spPr/>
      <dgm:t>
        <a:bodyPr/>
        <a:lstStyle/>
        <a:p>
          <a:endParaRPr lang="en-AE" sz="800" u="none">
            <a:latin typeface="+mj-lt"/>
          </a:endParaRPr>
        </a:p>
      </dgm:t>
    </dgm:pt>
    <dgm:pt modelId="{0D73D01D-9F0A-422A-BB12-4773FF3241BD}">
      <dgm:prSet custT="1"/>
      <dgm:spPr>
        <a:solidFill>
          <a:srgbClr val="00B0F0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30480" tIns="30480" rIns="30480" bIns="30480" numCol="1" spcCol="1270" anchor="ctr" anchorCtr="0"/>
        <a:lstStyle/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OSH</a:t>
          </a:r>
          <a:r>
            <a:rPr lang="en-GB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 OFFICER</a:t>
          </a:r>
        </a:p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0" u="none" kern="1200" dirty="0" err="1">
              <a:solidFill>
                <a:prstClr val="white"/>
              </a:solidFill>
              <a:latin typeface="+mj-lt"/>
              <a:ea typeface="+mn-ea"/>
              <a:cs typeface="+mn-cs"/>
            </a:rPr>
            <a:t>Mr.Matino</a:t>
          </a:r>
          <a:endParaRPr lang="en-GB" sz="800" b="0" u="none" kern="1200" dirty="0">
            <a:solidFill>
              <a:prstClr val="white"/>
            </a:solidFill>
            <a:latin typeface="+mj-lt"/>
            <a:ea typeface="+mn-ea"/>
            <a:cs typeface="+mn-cs"/>
          </a:endParaRPr>
        </a:p>
      </dgm:t>
    </dgm:pt>
    <dgm:pt modelId="{AD59289D-0B79-4D49-8DB5-CBFA77EA4D25}" type="parTrans" cxnId="{BC2CDB0B-2D45-4DC7-9190-3FB05E48F87D}">
      <dgm:prSet/>
      <dgm:spPr/>
      <dgm:t>
        <a:bodyPr/>
        <a:lstStyle/>
        <a:p>
          <a:endParaRPr lang="en-AE" sz="800" u="none">
            <a:latin typeface="+mj-lt"/>
          </a:endParaRPr>
        </a:p>
      </dgm:t>
    </dgm:pt>
    <dgm:pt modelId="{324D61DD-C0F2-4B26-A38C-CA16383B0232}" type="sibTrans" cxnId="{BC2CDB0B-2D45-4DC7-9190-3FB05E48F87D}">
      <dgm:prSet/>
      <dgm:spPr/>
      <dgm:t>
        <a:bodyPr/>
        <a:lstStyle/>
        <a:p>
          <a:endParaRPr lang="en-AE" sz="800" u="none">
            <a:latin typeface="+mj-lt"/>
          </a:endParaRPr>
        </a:p>
      </dgm:t>
    </dgm:pt>
    <dgm:pt modelId="{9C7CC38F-F9E3-4F56-9D8B-854CBE1B9D76}">
      <dgm:prSet custT="1"/>
      <dgm:spPr>
        <a:solidFill>
          <a:srgbClr val="00B0F0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TBA</a:t>
          </a:r>
        </a:p>
      </dgm:t>
    </dgm:pt>
    <dgm:pt modelId="{4FFF04C5-5455-4CE2-9F89-BD19E15C0360}" type="parTrans" cxnId="{4463F9AE-C8F1-42BC-84CA-F3B288F265D4}">
      <dgm:prSet/>
      <dgm:spPr/>
      <dgm:t>
        <a:bodyPr/>
        <a:lstStyle/>
        <a:p>
          <a:endParaRPr lang="en-AE" sz="800" u="none"/>
        </a:p>
      </dgm:t>
    </dgm:pt>
    <dgm:pt modelId="{EC7DB192-B96D-4670-9226-7A3ABAA67193}" type="sibTrans" cxnId="{4463F9AE-C8F1-42BC-84CA-F3B288F265D4}">
      <dgm:prSet/>
      <dgm:spPr/>
      <dgm:t>
        <a:bodyPr/>
        <a:lstStyle/>
        <a:p>
          <a:endParaRPr lang="en-AE" sz="800" u="none"/>
        </a:p>
      </dgm:t>
    </dgm:pt>
    <dgm:pt modelId="{5227852E-EE7D-4AAF-9D17-F544149585AD}">
      <dgm:prSet custT="1"/>
      <dgm:spPr>
        <a:solidFill>
          <a:srgbClr val="00B05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u="none" kern="1200" dirty="0">
              <a:latin typeface="+mj-lt"/>
            </a:rPr>
            <a:t>Mr. Sharukh</a:t>
          </a:r>
          <a:endParaRPr lang="en-US" sz="800" u="none" kern="1200" dirty="0">
            <a:solidFill>
              <a:prstClr val="white"/>
            </a:solidFill>
            <a:latin typeface="Calibri Light" panose="020F0302020204030204"/>
            <a:ea typeface="+mn-ea"/>
            <a:cs typeface="+mn-cs"/>
          </a:endParaRPr>
        </a:p>
      </dgm:t>
    </dgm:pt>
    <dgm:pt modelId="{7F5C99C7-9AC6-45AE-A211-5F1711E91F54}" type="parTrans" cxnId="{9342F577-CB61-42AA-A601-38730E664F37}">
      <dgm:prSet/>
      <dgm:spPr/>
      <dgm:t>
        <a:bodyPr/>
        <a:lstStyle/>
        <a:p>
          <a:endParaRPr lang="en-AE"/>
        </a:p>
      </dgm:t>
    </dgm:pt>
    <dgm:pt modelId="{21C6028C-539E-4324-B1B0-82DA23520F7E}" type="sibTrans" cxnId="{9342F577-CB61-42AA-A601-38730E664F37}">
      <dgm:prSet/>
      <dgm:spPr/>
      <dgm:t>
        <a:bodyPr/>
        <a:lstStyle/>
        <a:p>
          <a:endParaRPr lang="en-AE"/>
        </a:p>
      </dgm:t>
    </dgm:pt>
    <dgm:pt modelId="{46370A73-C222-4AD7-B676-42096261BB28}">
      <dgm:prSet custT="1"/>
      <dgm:spPr>
        <a:solidFill>
          <a:srgbClr val="00B050"/>
        </a:solidFill>
      </dgm:spPr>
      <dgm:t>
        <a:bodyPr/>
        <a:lstStyle/>
        <a:p>
          <a:r>
            <a:rPr lang="en-US" sz="800" u="none" dirty="0">
              <a:latin typeface="+mj-lt"/>
            </a:rPr>
            <a:t>Manjeet Singh</a:t>
          </a:r>
        </a:p>
      </dgm:t>
    </dgm:pt>
    <dgm:pt modelId="{2D1C4F31-5FDA-49F6-8DD3-C0AFFDC28570}" type="parTrans" cxnId="{E998552F-8BA2-49BB-AC08-DA95AEAED1D1}">
      <dgm:prSet/>
      <dgm:spPr/>
      <dgm:t>
        <a:bodyPr/>
        <a:lstStyle/>
        <a:p>
          <a:endParaRPr lang="en-AE"/>
        </a:p>
      </dgm:t>
    </dgm:pt>
    <dgm:pt modelId="{E7AE04D6-4D4E-444E-84CF-DFB78358D2E0}" type="sibTrans" cxnId="{E998552F-8BA2-49BB-AC08-DA95AEAED1D1}">
      <dgm:prSet/>
      <dgm:spPr/>
      <dgm:t>
        <a:bodyPr/>
        <a:lstStyle/>
        <a:p>
          <a:endParaRPr lang="en-AE"/>
        </a:p>
      </dgm:t>
    </dgm:pt>
    <dgm:pt modelId="{85F5893F-C189-4EEB-A4DB-92855832E7F2}">
      <dgm:prSet custT="1"/>
      <dgm:spPr>
        <a:solidFill>
          <a:schemeClr val="tx1">
            <a:lumMod val="95000"/>
            <a:lumOff val="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Night Shift</a:t>
          </a:r>
        </a:p>
      </dgm:t>
    </dgm:pt>
    <dgm:pt modelId="{26F2BC15-E4A1-45C0-9611-6917DB054AD7}" type="parTrans" cxnId="{951F3814-3268-46D1-B096-863AC587EE4C}">
      <dgm:prSet/>
      <dgm:spPr/>
      <dgm:t>
        <a:bodyPr/>
        <a:lstStyle/>
        <a:p>
          <a:endParaRPr lang="en-AE"/>
        </a:p>
      </dgm:t>
    </dgm:pt>
    <dgm:pt modelId="{028B2C27-5987-40DA-9B18-A7E14FCB441D}" type="sibTrans" cxnId="{951F3814-3268-46D1-B096-863AC587EE4C}">
      <dgm:prSet/>
      <dgm:spPr/>
      <dgm:t>
        <a:bodyPr/>
        <a:lstStyle/>
        <a:p>
          <a:endParaRPr lang="en-AE"/>
        </a:p>
      </dgm:t>
    </dgm:pt>
    <dgm:pt modelId="{7005F2FF-48DE-4C6E-8AEE-158ADACF2D7F}">
      <dgm:prSet custT="1"/>
      <dgm:spPr>
        <a:solidFill>
          <a:srgbClr val="0091C4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34290" tIns="34290" rIns="34290" bIns="34290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OSH ENGINEER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Mr. Ashok Kumar</a:t>
          </a:r>
        </a:p>
      </dgm:t>
    </dgm:pt>
    <dgm:pt modelId="{6315AC5C-BF42-404E-8AF8-EEBF429A616B}" type="sibTrans" cxnId="{45E07B9D-D971-4839-9E9B-9E07682AD794}">
      <dgm:prSet/>
      <dgm:spPr/>
      <dgm:t>
        <a:bodyPr/>
        <a:lstStyle/>
        <a:p>
          <a:endParaRPr lang="en-AE" sz="800" u="none">
            <a:latin typeface="+mj-lt"/>
          </a:endParaRPr>
        </a:p>
      </dgm:t>
    </dgm:pt>
    <dgm:pt modelId="{88C6C90B-46D5-4B34-8DF2-E19E45E45925}" type="parTrans" cxnId="{45E07B9D-D971-4839-9E9B-9E07682AD794}">
      <dgm:prSet/>
      <dgm:spPr/>
      <dgm:t>
        <a:bodyPr/>
        <a:lstStyle/>
        <a:p>
          <a:endParaRPr lang="en-AE" sz="800" u="none">
            <a:latin typeface="+mj-lt"/>
          </a:endParaRPr>
        </a:p>
      </dgm:t>
    </dgm:pt>
    <dgm:pt modelId="{93FD7129-5482-4872-8490-1B9387299F4B}">
      <dgm:prSet custT="1"/>
      <dgm:spPr>
        <a:solidFill>
          <a:srgbClr val="FFC000"/>
        </a:solidFill>
      </dgm:spPr>
      <dgm:t>
        <a:bodyPr/>
        <a:lstStyle/>
        <a:p>
          <a:r>
            <a:rPr lang="en-US" sz="1050" b="1" u="sng" dirty="0">
              <a:solidFill>
                <a:schemeClr val="tx1">
                  <a:lumMod val="95000"/>
                  <a:lumOff val="5000"/>
                </a:schemeClr>
              </a:solidFill>
            </a:rPr>
            <a:t>PROJECT DIRECTOR</a:t>
          </a:r>
        </a:p>
        <a:p>
          <a:r>
            <a:rPr lang="en-US" sz="1050" dirty="0">
              <a:solidFill>
                <a:schemeClr val="tx1">
                  <a:lumMod val="95000"/>
                  <a:lumOff val="5000"/>
                </a:schemeClr>
              </a:solidFill>
            </a:rPr>
            <a:t>Mr. Trad Shaddad</a:t>
          </a:r>
          <a:endParaRPr lang="en-US" sz="1050" u="none" dirty="0">
            <a:solidFill>
              <a:schemeClr val="tx1">
                <a:lumMod val="95000"/>
                <a:lumOff val="5000"/>
              </a:schemeClr>
            </a:solidFill>
            <a:latin typeface="+mj-lt"/>
          </a:endParaRPr>
        </a:p>
      </dgm:t>
    </dgm:pt>
    <dgm:pt modelId="{542C810A-8B58-4C8D-8595-978F964785E7}" type="sibTrans" cxnId="{7CF597E8-2707-408B-839A-D792CAB33358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A4AE0B9D-9E51-4904-AC49-8C0B4996C27C}" type="parTrans" cxnId="{7CF597E8-2707-408B-839A-D792CAB33358}">
      <dgm:prSet/>
      <dgm:spPr/>
      <dgm:t>
        <a:bodyPr/>
        <a:lstStyle/>
        <a:p>
          <a:endParaRPr lang="en-US" sz="800" u="none">
            <a:latin typeface="+mj-lt"/>
          </a:endParaRPr>
        </a:p>
      </dgm:t>
    </dgm:pt>
    <dgm:pt modelId="{EC3FFEDC-33BB-4E28-9DB0-9946DD464663}">
      <dgm:prSet custT="1"/>
      <dgm:spPr>
        <a:solidFill>
          <a:srgbClr val="FFC000">
            <a:lumMod val="75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Zone 1</a:t>
          </a:r>
          <a:endParaRPr lang="en-AE" sz="800" b="1" u="none" kern="1200" dirty="0">
            <a:solidFill>
              <a:prstClr val="white"/>
            </a:solidFill>
            <a:latin typeface="Calibri Light" panose="020F0302020204030204"/>
            <a:ea typeface="+mn-ea"/>
            <a:cs typeface="+mn-cs"/>
          </a:endParaRPr>
        </a:p>
      </dgm:t>
    </dgm:pt>
    <dgm:pt modelId="{6C511C06-8A3A-4C03-B025-34B1FD93838F}" type="parTrans" cxnId="{FBEC56F8-13A9-4069-B436-661D331F08B3}">
      <dgm:prSet/>
      <dgm:spPr/>
      <dgm:t>
        <a:bodyPr/>
        <a:lstStyle/>
        <a:p>
          <a:endParaRPr lang="en-AE"/>
        </a:p>
      </dgm:t>
    </dgm:pt>
    <dgm:pt modelId="{87E9372A-21F9-4830-A8D3-2142DD27C71C}" type="sibTrans" cxnId="{FBEC56F8-13A9-4069-B436-661D331F08B3}">
      <dgm:prSet/>
      <dgm:spPr/>
      <dgm:t>
        <a:bodyPr/>
        <a:lstStyle/>
        <a:p>
          <a:endParaRPr lang="en-AE"/>
        </a:p>
      </dgm:t>
    </dgm:pt>
    <dgm:pt modelId="{32F24701-A426-4D80-A6E8-5423FDB8FA33}">
      <dgm:prSet custT="1"/>
      <dgm:spPr>
        <a:solidFill>
          <a:srgbClr val="FFC000">
            <a:lumMod val="75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Zone 2</a:t>
          </a:r>
        </a:p>
      </dgm:t>
    </dgm:pt>
    <dgm:pt modelId="{839E6869-FA0A-4C75-A7C9-18346B7A143B}" type="parTrans" cxnId="{E8C6D108-8A1D-4768-BD4C-535E7B53E9A5}">
      <dgm:prSet/>
      <dgm:spPr/>
      <dgm:t>
        <a:bodyPr/>
        <a:lstStyle/>
        <a:p>
          <a:endParaRPr lang="en-AE"/>
        </a:p>
      </dgm:t>
    </dgm:pt>
    <dgm:pt modelId="{2B8C25A8-3448-4ABC-9168-1A390A17A771}" type="sibTrans" cxnId="{E8C6D108-8A1D-4768-BD4C-535E7B53E9A5}">
      <dgm:prSet/>
      <dgm:spPr/>
      <dgm:t>
        <a:bodyPr/>
        <a:lstStyle/>
        <a:p>
          <a:endParaRPr lang="en-AE"/>
        </a:p>
      </dgm:t>
    </dgm:pt>
    <dgm:pt modelId="{C33BABFC-94B0-4A14-A8C5-1B85CBE1A7CB}">
      <dgm:prSet custT="1"/>
      <dgm:spPr>
        <a:solidFill>
          <a:srgbClr val="00B0F0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30480" tIns="30480" rIns="30480" bIns="30480" numCol="1" spcCol="1270" anchor="ctr" anchorCtr="0"/>
        <a:lstStyle/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OSH OFFICER</a:t>
          </a:r>
        </a:p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0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TBA</a:t>
          </a:r>
        </a:p>
      </dgm:t>
    </dgm:pt>
    <dgm:pt modelId="{184F6EA3-B782-4B4F-96F2-8609B5FA2C7B}" type="parTrans" cxnId="{AA433306-7296-40DE-A7A4-8256A7300EBC}">
      <dgm:prSet/>
      <dgm:spPr/>
      <dgm:t>
        <a:bodyPr/>
        <a:lstStyle/>
        <a:p>
          <a:endParaRPr lang="en-AE"/>
        </a:p>
      </dgm:t>
    </dgm:pt>
    <dgm:pt modelId="{1CBF8E29-CFD4-4613-9F2C-D7C3077797E3}" type="sibTrans" cxnId="{AA433306-7296-40DE-A7A4-8256A7300EBC}">
      <dgm:prSet/>
      <dgm:spPr/>
      <dgm:t>
        <a:bodyPr/>
        <a:lstStyle/>
        <a:p>
          <a:endParaRPr lang="en-AE"/>
        </a:p>
      </dgm:t>
    </dgm:pt>
    <dgm:pt modelId="{F6E07C37-EDC1-4E4A-8CEF-55EE55184444}">
      <dgm:prSet custT="1"/>
      <dgm:spPr>
        <a:solidFill>
          <a:srgbClr val="FFC000">
            <a:lumMod val="75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Zone 3</a:t>
          </a:r>
        </a:p>
      </dgm:t>
    </dgm:pt>
    <dgm:pt modelId="{3ABBC902-0FD3-48E8-9771-CEE76822D68D}" type="parTrans" cxnId="{7346F271-D81A-47BE-844D-6A79D5862B1A}">
      <dgm:prSet/>
      <dgm:spPr/>
      <dgm:t>
        <a:bodyPr/>
        <a:lstStyle/>
        <a:p>
          <a:endParaRPr lang="en-AE"/>
        </a:p>
      </dgm:t>
    </dgm:pt>
    <dgm:pt modelId="{E18E64EF-9D3B-4462-A5CD-D6EFCF262B8D}" type="sibTrans" cxnId="{7346F271-D81A-47BE-844D-6A79D5862B1A}">
      <dgm:prSet/>
      <dgm:spPr/>
      <dgm:t>
        <a:bodyPr/>
        <a:lstStyle/>
        <a:p>
          <a:endParaRPr lang="en-AE"/>
        </a:p>
      </dgm:t>
    </dgm:pt>
    <dgm:pt modelId="{BD73E0B7-BA61-4218-86B8-1608E0B142AB}">
      <dgm:prSet custT="1"/>
      <dgm:spPr>
        <a:solidFill>
          <a:srgbClr val="00B0F0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30480" tIns="30480" rIns="30480" bIns="30480" numCol="1" spcCol="1270" anchor="ctr" anchorCtr="0"/>
        <a:lstStyle/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SR. OSH </a:t>
          </a: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OFFICER</a:t>
          </a:r>
        </a:p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u="none" kern="1200" dirty="0" err="1">
              <a:solidFill>
                <a:prstClr val="white"/>
              </a:solidFill>
              <a:latin typeface="+mj-lt"/>
              <a:ea typeface="+mn-ea"/>
              <a:cs typeface="+mn-cs"/>
            </a:rPr>
            <a:t>Mr.Vijesh</a:t>
          </a:r>
          <a:endParaRPr lang="en-US" sz="800" b="0" u="none" kern="1200" dirty="0">
            <a:solidFill>
              <a:prstClr val="white"/>
            </a:solidFill>
            <a:latin typeface="+mj-lt"/>
            <a:ea typeface="+mn-ea"/>
            <a:cs typeface="+mn-cs"/>
          </a:endParaRPr>
        </a:p>
      </dgm:t>
    </dgm:pt>
    <dgm:pt modelId="{C2E6679E-B427-431D-B9BD-5C2594A96211}" type="sibTrans" cxnId="{C3EDBFAB-0A1E-43FA-A56F-D65572585FEA}">
      <dgm:prSet/>
      <dgm:spPr/>
      <dgm:t>
        <a:bodyPr/>
        <a:lstStyle/>
        <a:p>
          <a:endParaRPr lang="en-AE" sz="800" u="none">
            <a:latin typeface="+mj-lt"/>
          </a:endParaRPr>
        </a:p>
      </dgm:t>
    </dgm:pt>
    <dgm:pt modelId="{8458505C-F163-43B5-9028-8E0063510190}" type="parTrans" cxnId="{C3EDBFAB-0A1E-43FA-A56F-D65572585FEA}">
      <dgm:prSet/>
      <dgm:spPr/>
      <dgm:t>
        <a:bodyPr/>
        <a:lstStyle/>
        <a:p>
          <a:endParaRPr lang="en-AE" sz="800" u="none">
            <a:latin typeface="+mj-lt"/>
          </a:endParaRPr>
        </a:p>
      </dgm:t>
    </dgm:pt>
    <dgm:pt modelId="{FB9B4465-25BF-4064-9D2E-04BBBFD9DCFA}">
      <dgm:prSet custT="1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GB" sz="800" b="1" u="none" dirty="0">
              <a:latin typeface="+mj-lt"/>
            </a:rPr>
            <a:t>LIFTING </a:t>
          </a:r>
        </a:p>
      </dgm:t>
    </dgm:pt>
    <dgm:pt modelId="{85FA3165-B14B-4CC2-8358-0C31A739CE16}" type="parTrans" cxnId="{DED8C04A-FE43-42CC-94EF-46C90CF24822}">
      <dgm:prSet/>
      <dgm:spPr/>
      <dgm:t>
        <a:bodyPr/>
        <a:lstStyle/>
        <a:p>
          <a:endParaRPr lang="en-AE"/>
        </a:p>
      </dgm:t>
    </dgm:pt>
    <dgm:pt modelId="{72B419D2-A663-40DD-8E35-994F12502A84}" type="sibTrans" cxnId="{DED8C04A-FE43-42CC-94EF-46C90CF24822}">
      <dgm:prSet/>
      <dgm:spPr/>
      <dgm:t>
        <a:bodyPr/>
        <a:lstStyle/>
        <a:p>
          <a:endParaRPr lang="en-AE"/>
        </a:p>
      </dgm:t>
    </dgm:pt>
    <dgm:pt modelId="{5024F1E8-7511-4BE3-A236-75B47F18CAD3}">
      <dgm:prSet custT="1"/>
      <dgm:spPr>
        <a:solidFill>
          <a:srgbClr val="0091C4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34290" tIns="34290" rIns="34290" bIns="34290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LAP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Mr. Hamza Javed</a:t>
          </a:r>
          <a:endParaRPr lang="en-GB" sz="800" b="0" u="none" kern="1200" dirty="0">
            <a:solidFill>
              <a:prstClr val="white"/>
            </a:solidFill>
            <a:latin typeface="Calibri Light" panose="020F0302020204030204"/>
            <a:ea typeface="+mn-ea"/>
            <a:cs typeface="+mn-cs"/>
          </a:endParaRPr>
        </a:p>
      </dgm:t>
    </dgm:pt>
    <dgm:pt modelId="{7F5E9547-D340-4946-A8A3-DD3BAD28D3FA}" type="parTrans" cxnId="{43A867E4-5876-4307-90BA-225A862F8C61}">
      <dgm:prSet/>
      <dgm:spPr/>
      <dgm:t>
        <a:bodyPr/>
        <a:lstStyle/>
        <a:p>
          <a:endParaRPr lang="en-AE"/>
        </a:p>
      </dgm:t>
    </dgm:pt>
    <dgm:pt modelId="{0164C020-F946-41D9-ABBD-85E168C2756E}" type="sibTrans" cxnId="{43A867E4-5876-4307-90BA-225A862F8C61}">
      <dgm:prSet/>
      <dgm:spPr/>
      <dgm:t>
        <a:bodyPr/>
        <a:lstStyle/>
        <a:p>
          <a:endParaRPr lang="en-AE"/>
        </a:p>
      </dgm:t>
    </dgm:pt>
    <dgm:pt modelId="{47A7892E-B3F1-4B85-9A10-9388140AD4FA}">
      <dgm:prSet custT="1"/>
      <dgm:spPr>
        <a:solidFill>
          <a:srgbClr val="00B0F0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Lifting Supervisor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(Day)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0" u="none" kern="1200" dirty="0" err="1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Rahmathulla</a:t>
          </a:r>
          <a:r>
            <a:rPr lang="en-GB" sz="800" b="0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 </a:t>
          </a:r>
        </a:p>
      </dgm:t>
    </dgm:pt>
    <dgm:pt modelId="{2D67EE37-35B6-499C-87AE-36C864A6B614}" type="parTrans" cxnId="{1F9CDC2C-2210-4DA2-A8B7-71516B5A8BFB}">
      <dgm:prSet/>
      <dgm:spPr/>
      <dgm:t>
        <a:bodyPr/>
        <a:lstStyle/>
        <a:p>
          <a:endParaRPr lang="en-AE"/>
        </a:p>
      </dgm:t>
    </dgm:pt>
    <dgm:pt modelId="{B1BDBA97-0BB1-43B1-B6F0-BEB426094CE1}" type="sibTrans" cxnId="{1F9CDC2C-2210-4DA2-A8B7-71516B5A8BFB}">
      <dgm:prSet/>
      <dgm:spPr/>
      <dgm:t>
        <a:bodyPr/>
        <a:lstStyle/>
        <a:p>
          <a:endParaRPr lang="en-AE"/>
        </a:p>
      </dgm:t>
    </dgm:pt>
    <dgm:pt modelId="{D26098E9-5174-4EB1-BB72-9B34F1957B00}">
      <dgm:prSet custT="1"/>
      <dgm:spPr>
        <a:solidFill>
          <a:srgbClr val="00B0F0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Lifting Supervisor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(Night)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0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Aman Gul</a:t>
          </a:r>
        </a:p>
      </dgm:t>
    </dgm:pt>
    <dgm:pt modelId="{8173EEBA-64EE-4067-949D-B5FC5D07AF19}" type="parTrans" cxnId="{FFAC8577-7F2E-41FF-9938-42B71678A188}">
      <dgm:prSet/>
      <dgm:spPr/>
      <dgm:t>
        <a:bodyPr/>
        <a:lstStyle/>
        <a:p>
          <a:endParaRPr lang="en-AE"/>
        </a:p>
      </dgm:t>
    </dgm:pt>
    <dgm:pt modelId="{14DA8345-402B-4B77-8794-08830EF700B9}" type="sibTrans" cxnId="{FFAC8577-7F2E-41FF-9938-42B71678A188}">
      <dgm:prSet/>
      <dgm:spPr/>
      <dgm:t>
        <a:bodyPr/>
        <a:lstStyle/>
        <a:p>
          <a:endParaRPr lang="en-AE"/>
        </a:p>
      </dgm:t>
    </dgm:pt>
    <dgm:pt modelId="{A665DCD8-363E-4BAF-9684-4F4FE1435D2A}" type="pres">
      <dgm:prSet presAssocID="{CE4099B1-7C17-4DAD-A84D-FAB36AE37CC2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ED1BB53-8C46-4ECB-8A02-BB183B484247}" type="pres">
      <dgm:prSet presAssocID="{CE4099B1-7C17-4DAD-A84D-FAB36AE37CC2}" presName="hierFlow" presStyleCnt="0"/>
      <dgm:spPr/>
    </dgm:pt>
    <dgm:pt modelId="{8FB5B11D-2383-421A-8184-EB66CB74F72C}" type="pres">
      <dgm:prSet presAssocID="{CE4099B1-7C17-4DAD-A84D-FAB36AE37CC2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3F4C6680-319D-45CE-846A-42015390BAF1}" type="pres">
      <dgm:prSet presAssocID="{93FD7129-5482-4872-8490-1B9387299F4B}" presName="Name14" presStyleCnt="0"/>
      <dgm:spPr/>
    </dgm:pt>
    <dgm:pt modelId="{71E25B50-2840-4AD8-9E29-AFA7093924CD}" type="pres">
      <dgm:prSet presAssocID="{93FD7129-5482-4872-8490-1B9387299F4B}" presName="level1Shape" presStyleLbl="node0" presStyleIdx="0" presStyleCnt="1" custScaleX="236770" custScaleY="137793" custLinFactX="-15342" custLinFactNeighborX="-100000" custLinFactNeighborY="-59286">
        <dgm:presLayoutVars>
          <dgm:chPref val="3"/>
        </dgm:presLayoutVars>
      </dgm:prSet>
      <dgm:spPr/>
    </dgm:pt>
    <dgm:pt modelId="{4D795B03-450D-4528-8079-724DE7D81459}" type="pres">
      <dgm:prSet presAssocID="{93FD7129-5482-4872-8490-1B9387299F4B}" presName="hierChild2" presStyleCnt="0"/>
      <dgm:spPr/>
    </dgm:pt>
    <dgm:pt modelId="{1B34D254-5700-4DBA-89A6-869830316F61}" type="pres">
      <dgm:prSet presAssocID="{4D87C141-DE2F-4C4B-9F7A-B8EAE6725641}" presName="Name19" presStyleLbl="parChTrans1D2" presStyleIdx="0" presStyleCnt="1"/>
      <dgm:spPr/>
    </dgm:pt>
    <dgm:pt modelId="{1A36C98C-B149-4D2F-B3C1-63682A79B7E5}" type="pres">
      <dgm:prSet presAssocID="{E408EA41-4959-4EE5-8ECD-12A85831D52A}" presName="Name21" presStyleCnt="0"/>
      <dgm:spPr/>
    </dgm:pt>
    <dgm:pt modelId="{88079802-DEE9-4846-9B22-5F077CBED29D}" type="pres">
      <dgm:prSet presAssocID="{E408EA41-4959-4EE5-8ECD-12A85831D52A}" presName="level2Shape" presStyleLbl="node2" presStyleIdx="0" presStyleCnt="1" custScaleX="210703" custScaleY="102852" custLinFactX="-15524" custLinFactNeighborX="-100000" custLinFactNeighborY="-51345"/>
      <dgm:spPr/>
    </dgm:pt>
    <dgm:pt modelId="{AA5AC272-E127-49CE-A96A-E6BF26ECD505}" type="pres">
      <dgm:prSet presAssocID="{E408EA41-4959-4EE5-8ECD-12A85831D52A}" presName="hierChild3" presStyleCnt="0"/>
      <dgm:spPr/>
    </dgm:pt>
    <dgm:pt modelId="{F2963EC8-3FE2-4F93-ACA6-B211F1775242}" type="pres">
      <dgm:prSet presAssocID="{531FEA85-E399-4EE2-A139-DFF27F897523}" presName="Name19" presStyleLbl="parChTrans1D3" presStyleIdx="0" presStyleCnt="5"/>
      <dgm:spPr/>
    </dgm:pt>
    <dgm:pt modelId="{055E0A42-B770-48D4-ABD4-1147E5AB92D0}" type="pres">
      <dgm:prSet presAssocID="{DBF3595F-2EA3-423B-914F-DD30AB487EA7}" presName="Name21" presStyleCnt="0"/>
      <dgm:spPr/>
    </dgm:pt>
    <dgm:pt modelId="{FEDB9F46-8260-4F30-8B6C-1761F73FF14E}" type="pres">
      <dgm:prSet presAssocID="{DBF3595F-2EA3-423B-914F-DD30AB487EA7}" presName="level2Shape" presStyleLbl="node3" presStyleIdx="0" presStyleCnt="5" custScaleX="109384" custScaleY="35368" custLinFactNeighborX="-10536"/>
      <dgm:spPr/>
    </dgm:pt>
    <dgm:pt modelId="{27D82AB2-62F0-41B6-814F-2DC982F7D3AD}" type="pres">
      <dgm:prSet presAssocID="{DBF3595F-2EA3-423B-914F-DD30AB487EA7}" presName="hierChild3" presStyleCnt="0"/>
      <dgm:spPr/>
    </dgm:pt>
    <dgm:pt modelId="{72D0AC28-CBCB-4D48-A2D4-BECAD22DC974}" type="pres">
      <dgm:prSet presAssocID="{0C7E8425-96F4-4407-9510-38DC715F2EA0}" presName="Name19" presStyleLbl="parChTrans1D4" presStyleIdx="0" presStyleCnt="27"/>
      <dgm:spPr/>
    </dgm:pt>
    <dgm:pt modelId="{1C94DB88-EFE7-4265-9941-6D55834C4804}" type="pres">
      <dgm:prSet presAssocID="{F18D4B1F-3E6E-4E22-887A-3F814ADDC0B2}" presName="Name21" presStyleCnt="0"/>
      <dgm:spPr/>
    </dgm:pt>
    <dgm:pt modelId="{CCB4F4B7-E8ED-42A8-AE6C-A94981378B59}" type="pres">
      <dgm:prSet presAssocID="{F18D4B1F-3E6E-4E22-887A-3F814ADDC0B2}" presName="level2Shape" presStyleLbl="node4" presStyleIdx="0" presStyleCnt="27" custScaleY="40114" custLinFactNeighborX="1944"/>
      <dgm:spPr/>
    </dgm:pt>
    <dgm:pt modelId="{ACA40AF0-0201-438A-9487-31C11E547D49}" type="pres">
      <dgm:prSet presAssocID="{F18D4B1F-3E6E-4E22-887A-3F814ADDC0B2}" presName="hierChild3" presStyleCnt="0"/>
      <dgm:spPr/>
    </dgm:pt>
    <dgm:pt modelId="{DC0BFE79-609B-451A-ABCA-69F286EB2E5A}" type="pres">
      <dgm:prSet presAssocID="{BC375914-FE48-442E-8A4E-EAB719A78596}" presName="Name19" presStyleLbl="parChTrans1D4" presStyleIdx="1" presStyleCnt="27"/>
      <dgm:spPr/>
    </dgm:pt>
    <dgm:pt modelId="{516BBC8B-18C6-417A-B89C-307CB94817E9}" type="pres">
      <dgm:prSet presAssocID="{D47D2734-2AFE-4113-816B-35226E73BCC8}" presName="Name21" presStyleCnt="0"/>
      <dgm:spPr/>
    </dgm:pt>
    <dgm:pt modelId="{7134A236-1074-4FB3-8768-F41BBE9C0180}" type="pres">
      <dgm:prSet presAssocID="{D47D2734-2AFE-4113-816B-35226E73BCC8}" presName="level2Shape" presStyleLbl="node4" presStyleIdx="1" presStyleCnt="27" custScaleX="142224" custScaleY="87859" custLinFactNeighborX="1986"/>
      <dgm:spPr>
        <a:xfrm>
          <a:off x="27277" y="3490349"/>
          <a:ext cx="1471323" cy="584240"/>
        </a:xfrm>
        <a:prstGeom prst="roundRect">
          <a:avLst>
            <a:gd name="adj" fmla="val 10000"/>
          </a:avLst>
        </a:prstGeom>
      </dgm:spPr>
    </dgm:pt>
    <dgm:pt modelId="{D2EF077D-211F-417C-A918-90498EA4EBA6}" type="pres">
      <dgm:prSet presAssocID="{D47D2734-2AFE-4113-816B-35226E73BCC8}" presName="hierChild3" presStyleCnt="0"/>
      <dgm:spPr/>
    </dgm:pt>
    <dgm:pt modelId="{F7BE86E4-731B-49F2-846E-FA921A02F6CC}" type="pres">
      <dgm:prSet presAssocID="{D9E50737-E5F6-42BE-AF58-03ADABDBD9AD}" presName="Name19" presStyleLbl="parChTrans1D4" presStyleIdx="2" presStyleCnt="27"/>
      <dgm:spPr/>
    </dgm:pt>
    <dgm:pt modelId="{687D2081-E1A6-4BEA-954A-B8071D439E3B}" type="pres">
      <dgm:prSet presAssocID="{D462346A-BD43-4E26-B823-B6AC5D7192DA}" presName="Name21" presStyleCnt="0"/>
      <dgm:spPr/>
    </dgm:pt>
    <dgm:pt modelId="{ACB42026-6479-4E49-BCCC-EF6330F97B09}" type="pres">
      <dgm:prSet presAssocID="{D462346A-BD43-4E26-B823-B6AC5D7192DA}" presName="level2Shape" presStyleLbl="node4" presStyleIdx="2" presStyleCnt="27" custScaleX="122161" custScaleY="80687" custLinFactNeighborX="2340" custLinFactNeighborY="18570"/>
      <dgm:spPr/>
    </dgm:pt>
    <dgm:pt modelId="{D112225D-98D1-4CB1-B9E2-9F9495AD70A6}" type="pres">
      <dgm:prSet presAssocID="{D462346A-BD43-4E26-B823-B6AC5D7192DA}" presName="hierChild3" presStyleCnt="0"/>
      <dgm:spPr/>
    </dgm:pt>
    <dgm:pt modelId="{CFCBD9F3-04F8-4069-B7F3-D6C6CF945F08}" type="pres">
      <dgm:prSet presAssocID="{11FC51AE-8F56-406C-BB89-E6D37F741F3E}" presName="Name19" presStyleLbl="parChTrans1D4" presStyleIdx="3" presStyleCnt="27"/>
      <dgm:spPr/>
    </dgm:pt>
    <dgm:pt modelId="{E93C1E69-0B3C-4605-91C4-2AC94D1F5C46}" type="pres">
      <dgm:prSet presAssocID="{37B2712D-4CD8-4F58-BC06-595131145529}" presName="Name21" presStyleCnt="0"/>
      <dgm:spPr/>
    </dgm:pt>
    <dgm:pt modelId="{92B5201C-720A-404D-84E8-3FB3498DD0C2}" type="pres">
      <dgm:prSet presAssocID="{37B2712D-4CD8-4F58-BC06-595131145529}" presName="level2Shape" presStyleLbl="node4" presStyleIdx="3" presStyleCnt="27" custScaleY="81841" custLinFactNeighborY="16870"/>
      <dgm:spPr/>
    </dgm:pt>
    <dgm:pt modelId="{B5B071E7-E600-4104-9677-A88C1E1B567D}" type="pres">
      <dgm:prSet presAssocID="{37B2712D-4CD8-4F58-BC06-595131145529}" presName="hierChild3" presStyleCnt="0"/>
      <dgm:spPr/>
    </dgm:pt>
    <dgm:pt modelId="{D49638BF-85FE-4FB3-A2B7-3B2235A2A8F5}" type="pres">
      <dgm:prSet presAssocID="{F08F5C3E-BDA9-42CC-B592-20A9CBEE8784}" presName="Name19" presStyleLbl="parChTrans1D4" presStyleIdx="4" presStyleCnt="27"/>
      <dgm:spPr/>
    </dgm:pt>
    <dgm:pt modelId="{08332E23-C8B1-4DE2-9601-E315634BB22D}" type="pres">
      <dgm:prSet presAssocID="{6B79ADFE-8C9C-4C8D-856A-9FC17806C322}" presName="Name21" presStyleCnt="0"/>
      <dgm:spPr/>
    </dgm:pt>
    <dgm:pt modelId="{DC94C5D3-FAA5-4C35-B7B6-FCC5CDE75B6D}" type="pres">
      <dgm:prSet presAssocID="{6B79ADFE-8C9C-4C8D-856A-9FC17806C322}" presName="level2Shape" presStyleLbl="node4" presStyleIdx="4" presStyleCnt="27" custScaleY="40114" custLinFactNeighborX="-4250"/>
      <dgm:spPr/>
    </dgm:pt>
    <dgm:pt modelId="{984A18CE-6D06-4774-9719-BD74E0E6D7B9}" type="pres">
      <dgm:prSet presAssocID="{6B79ADFE-8C9C-4C8D-856A-9FC17806C322}" presName="hierChild3" presStyleCnt="0"/>
      <dgm:spPr/>
    </dgm:pt>
    <dgm:pt modelId="{E6BD60D7-29B7-4154-AA55-9C1F5F369CE1}" type="pres">
      <dgm:prSet presAssocID="{88C6C90B-46D5-4B34-8DF2-E19E45E45925}" presName="Name19" presStyleLbl="parChTrans1D4" presStyleIdx="5" presStyleCnt="27"/>
      <dgm:spPr/>
    </dgm:pt>
    <dgm:pt modelId="{C5396D84-73DC-4656-9BE0-803C856F72F8}" type="pres">
      <dgm:prSet presAssocID="{7005F2FF-48DE-4C6E-8AEE-158ADACF2D7F}" presName="Name21" presStyleCnt="0"/>
      <dgm:spPr/>
    </dgm:pt>
    <dgm:pt modelId="{C987DC18-F199-4278-92B5-5132A984BBB2}" type="pres">
      <dgm:prSet presAssocID="{7005F2FF-48DE-4C6E-8AEE-158ADACF2D7F}" presName="level2Shape" presStyleLbl="node4" presStyleIdx="5" presStyleCnt="27" custScaleX="141851" custScaleY="93074" custLinFactNeighborX="-3911"/>
      <dgm:spPr>
        <a:xfrm>
          <a:off x="2749353" y="3574434"/>
          <a:ext cx="841365" cy="500111"/>
        </a:xfrm>
        <a:prstGeom prst="roundRect">
          <a:avLst>
            <a:gd name="adj" fmla="val 10000"/>
          </a:avLst>
        </a:prstGeom>
      </dgm:spPr>
    </dgm:pt>
    <dgm:pt modelId="{21978B8E-8669-472C-8461-08988E05F67C}" type="pres">
      <dgm:prSet presAssocID="{7005F2FF-48DE-4C6E-8AEE-158ADACF2D7F}" presName="hierChild3" presStyleCnt="0"/>
      <dgm:spPr/>
    </dgm:pt>
    <dgm:pt modelId="{E0E22898-8EC8-432E-B36D-ABE7867D7897}" type="pres">
      <dgm:prSet presAssocID="{D53FA332-B3BE-4A13-8F4A-261369DEDDC1}" presName="Name19" presStyleLbl="parChTrans1D4" presStyleIdx="6" presStyleCnt="27"/>
      <dgm:spPr/>
    </dgm:pt>
    <dgm:pt modelId="{602BBAB5-FE6C-4F73-8587-AF5FFE58F488}" type="pres">
      <dgm:prSet presAssocID="{864532A3-59C6-40DF-BBAA-8133F52FA6F2}" presName="Name21" presStyleCnt="0"/>
      <dgm:spPr/>
    </dgm:pt>
    <dgm:pt modelId="{5114D6F2-736F-4586-A579-671D4A3424C0}" type="pres">
      <dgm:prSet presAssocID="{864532A3-59C6-40DF-BBAA-8133F52FA6F2}" presName="level2Shape" presStyleLbl="node4" presStyleIdx="6" presStyleCnt="27" custScaleY="82236" custLinFactNeighborY="11879"/>
      <dgm:spPr/>
    </dgm:pt>
    <dgm:pt modelId="{CB744243-4015-4E8C-A911-51142A6CCC1D}" type="pres">
      <dgm:prSet presAssocID="{864532A3-59C6-40DF-BBAA-8133F52FA6F2}" presName="hierChild3" presStyleCnt="0"/>
      <dgm:spPr/>
    </dgm:pt>
    <dgm:pt modelId="{AD7AC174-9FC7-4B63-8D4D-C5324259D981}" type="pres">
      <dgm:prSet presAssocID="{AD59289D-0B79-4D49-8DB5-CBFA77EA4D25}" presName="Name19" presStyleLbl="parChTrans1D4" presStyleIdx="7" presStyleCnt="27"/>
      <dgm:spPr/>
    </dgm:pt>
    <dgm:pt modelId="{77FCD33A-2235-4DA5-A1BC-85FACF4F2035}" type="pres">
      <dgm:prSet presAssocID="{0D73D01D-9F0A-422A-BB12-4773FF3241BD}" presName="Name21" presStyleCnt="0"/>
      <dgm:spPr/>
    </dgm:pt>
    <dgm:pt modelId="{93EF4059-8E72-4B60-BC88-99D20561F9F0}" type="pres">
      <dgm:prSet presAssocID="{0D73D01D-9F0A-422A-BB12-4773FF3241BD}" presName="level2Shape" presStyleLbl="node4" presStyleIdx="7" presStyleCnt="27" custScaleY="80415" custLinFactNeighborX="-898" custLinFactNeighborY="12206"/>
      <dgm:spPr>
        <a:xfrm>
          <a:off x="3302729" y="3704633"/>
          <a:ext cx="801578" cy="429726"/>
        </a:xfrm>
        <a:prstGeom prst="roundRect">
          <a:avLst>
            <a:gd name="adj" fmla="val 10000"/>
          </a:avLst>
        </a:prstGeom>
      </dgm:spPr>
    </dgm:pt>
    <dgm:pt modelId="{3FE1346E-1B5A-4953-893E-41AC97B60CB4}" type="pres">
      <dgm:prSet presAssocID="{0D73D01D-9F0A-422A-BB12-4773FF3241BD}" presName="hierChild3" presStyleCnt="0"/>
      <dgm:spPr/>
    </dgm:pt>
    <dgm:pt modelId="{B675EE26-685C-4E31-AC1A-2CCEADFE8763}" type="pres">
      <dgm:prSet presAssocID="{FB767221-E814-4E22-AB52-6ED369B520AC}" presName="Name19" presStyleLbl="parChTrans1D4" presStyleIdx="8" presStyleCnt="27"/>
      <dgm:spPr/>
    </dgm:pt>
    <dgm:pt modelId="{6805D4A7-5F24-45F9-B758-6D401FC27479}" type="pres">
      <dgm:prSet presAssocID="{66616C03-640B-4E55-88C1-C2F57BEC8E95}" presName="Name21" presStyleCnt="0"/>
      <dgm:spPr/>
    </dgm:pt>
    <dgm:pt modelId="{A00F7CA5-BABF-4F9C-A420-D5FF2FC23565}" type="pres">
      <dgm:prSet presAssocID="{66616C03-640B-4E55-88C1-C2F57BEC8E95}" presName="level2Shape" presStyleLbl="node4" presStyleIdx="8" presStyleCnt="27" custScaleY="40114"/>
      <dgm:spPr/>
    </dgm:pt>
    <dgm:pt modelId="{6564EEEA-8A5F-49D6-AA0B-483F2580B35B}" type="pres">
      <dgm:prSet presAssocID="{66616C03-640B-4E55-88C1-C2F57BEC8E95}" presName="hierChild3" presStyleCnt="0"/>
      <dgm:spPr/>
    </dgm:pt>
    <dgm:pt modelId="{8B8380B7-629A-4E18-B867-F8F2AF5867BD}" type="pres">
      <dgm:prSet presAssocID="{A92A2282-6E8F-49F7-ACDD-CED3BDCD1BFF}" presName="Name19" presStyleLbl="parChTrans1D4" presStyleIdx="9" presStyleCnt="27"/>
      <dgm:spPr/>
    </dgm:pt>
    <dgm:pt modelId="{24004AC8-C635-4BF4-A3C0-616319842E73}" type="pres">
      <dgm:prSet presAssocID="{EF69E8E9-F257-43B3-984B-C70FAB1C5DE4}" presName="Name21" presStyleCnt="0"/>
      <dgm:spPr/>
    </dgm:pt>
    <dgm:pt modelId="{8D8F50EA-A0B9-4BF3-9F5A-7F78CA83413F}" type="pres">
      <dgm:prSet presAssocID="{EF69E8E9-F257-43B3-984B-C70FAB1C5DE4}" presName="level2Shape" presStyleLbl="node4" presStyleIdx="9" presStyleCnt="27" custScaleX="108907" custScaleY="87025" custLinFactNeighborX="0"/>
      <dgm:spPr>
        <a:xfrm>
          <a:off x="4875931" y="3574434"/>
          <a:ext cx="877780" cy="467608"/>
        </a:xfrm>
        <a:prstGeom prst="roundRect">
          <a:avLst>
            <a:gd name="adj" fmla="val 10000"/>
          </a:avLst>
        </a:prstGeom>
      </dgm:spPr>
    </dgm:pt>
    <dgm:pt modelId="{42D5713F-BC3C-4B4F-8841-578E22B26927}" type="pres">
      <dgm:prSet presAssocID="{EF69E8E9-F257-43B3-984B-C70FAB1C5DE4}" presName="hierChild3" presStyleCnt="0"/>
      <dgm:spPr/>
    </dgm:pt>
    <dgm:pt modelId="{E526FA8D-1A97-4C9C-8BE2-FDCAC8B6DBC0}" type="pres">
      <dgm:prSet presAssocID="{8458505C-F163-43B5-9028-8E0063510190}" presName="Name19" presStyleLbl="parChTrans1D4" presStyleIdx="10" presStyleCnt="27"/>
      <dgm:spPr/>
    </dgm:pt>
    <dgm:pt modelId="{BDBF7F10-B8E5-44A5-BC5C-23BB61F1217E}" type="pres">
      <dgm:prSet presAssocID="{BD73E0B7-BA61-4218-86B8-1608E0B142AB}" presName="Name21" presStyleCnt="0"/>
      <dgm:spPr/>
    </dgm:pt>
    <dgm:pt modelId="{3B15B318-B8E6-459B-B0A3-F4CBC299F443}" type="pres">
      <dgm:prSet presAssocID="{BD73E0B7-BA61-4218-86B8-1608E0B142AB}" presName="level2Shape" presStyleLbl="node4" presStyleIdx="10" presStyleCnt="27" custScaleX="120809" custScaleY="82203" custLinFactNeighborX="-104" custLinFactNeighborY="18484"/>
      <dgm:spPr>
        <a:xfrm>
          <a:off x="4351145" y="3705857"/>
          <a:ext cx="836759" cy="439280"/>
        </a:xfrm>
        <a:prstGeom prst="roundRect">
          <a:avLst>
            <a:gd name="adj" fmla="val 10000"/>
          </a:avLst>
        </a:prstGeom>
      </dgm:spPr>
    </dgm:pt>
    <dgm:pt modelId="{5AABCD72-3A2F-40EB-A0B8-DCEB2C74CDA1}" type="pres">
      <dgm:prSet presAssocID="{BD73E0B7-BA61-4218-86B8-1608E0B142AB}" presName="hierChild3" presStyleCnt="0"/>
      <dgm:spPr/>
    </dgm:pt>
    <dgm:pt modelId="{9E83CD2B-B4A2-4D5A-B383-60AA1731ADD1}" type="pres">
      <dgm:prSet presAssocID="{4FFF04C5-5455-4CE2-9F89-BD19E15C0360}" presName="Name19" presStyleLbl="parChTrans1D4" presStyleIdx="11" presStyleCnt="27"/>
      <dgm:spPr/>
    </dgm:pt>
    <dgm:pt modelId="{12D6E0F6-D5DD-4037-B3E9-3488B50F4484}" type="pres">
      <dgm:prSet presAssocID="{9C7CC38F-F9E3-4F56-9D8B-854CBE1B9D76}" presName="Name21" presStyleCnt="0"/>
      <dgm:spPr/>
    </dgm:pt>
    <dgm:pt modelId="{F2FFA8B6-9AA3-4170-9D0A-76EC77EC96F7}" type="pres">
      <dgm:prSet presAssocID="{9C7CC38F-F9E3-4F56-9D8B-854CBE1B9D76}" presName="level2Shape" presStyleLbl="node4" presStyleIdx="11" presStyleCnt="27" custScaleX="126889" custScaleY="79580" custLinFactNeighborY="21757"/>
      <dgm:spPr>
        <a:xfrm>
          <a:off x="4451734" y="4068645"/>
          <a:ext cx="814624" cy="340601"/>
        </a:xfrm>
        <a:prstGeom prst="roundRect">
          <a:avLst>
            <a:gd name="adj" fmla="val 10000"/>
          </a:avLst>
        </a:prstGeom>
      </dgm:spPr>
    </dgm:pt>
    <dgm:pt modelId="{E1C8D6BE-E84F-450C-BD43-6FB70C0A7933}" type="pres">
      <dgm:prSet presAssocID="{9C7CC38F-F9E3-4F56-9D8B-854CBE1B9D76}" presName="hierChild3" presStyleCnt="0"/>
      <dgm:spPr/>
    </dgm:pt>
    <dgm:pt modelId="{49CE45F4-684B-4307-95E5-0F04D4A86508}" type="pres">
      <dgm:prSet presAssocID="{85FA3165-B14B-4CC2-8358-0C31A739CE16}" presName="Name19" presStyleLbl="parChTrans1D3" presStyleIdx="1" presStyleCnt="5"/>
      <dgm:spPr/>
    </dgm:pt>
    <dgm:pt modelId="{7F4544DD-FEDE-47D1-B954-024CA523BD84}" type="pres">
      <dgm:prSet presAssocID="{FB9B4465-25BF-4064-9D2E-04BBBFD9DCFA}" presName="Name21" presStyleCnt="0"/>
      <dgm:spPr/>
    </dgm:pt>
    <dgm:pt modelId="{A4F85F94-A772-4138-8E45-D1BB2B93FCBA}" type="pres">
      <dgm:prSet presAssocID="{FB9B4465-25BF-4064-9D2E-04BBBFD9DCFA}" presName="level2Shape" presStyleLbl="node3" presStyleIdx="1" presStyleCnt="5" custScaleY="38820"/>
      <dgm:spPr/>
    </dgm:pt>
    <dgm:pt modelId="{9894B019-D475-4DCC-B5D4-68ABDAD3A4D8}" type="pres">
      <dgm:prSet presAssocID="{FB9B4465-25BF-4064-9D2E-04BBBFD9DCFA}" presName="hierChild3" presStyleCnt="0"/>
      <dgm:spPr/>
    </dgm:pt>
    <dgm:pt modelId="{2AACDB3C-B566-4612-B2C4-1D4B90395B64}" type="pres">
      <dgm:prSet presAssocID="{7F5E9547-D340-4946-A8A3-DD3BAD28D3FA}" presName="Name19" presStyleLbl="parChTrans1D4" presStyleIdx="12" presStyleCnt="27"/>
      <dgm:spPr/>
    </dgm:pt>
    <dgm:pt modelId="{127E9CA7-3E21-4557-95A9-CDE71FB01B57}" type="pres">
      <dgm:prSet presAssocID="{5024F1E8-7511-4BE3-A236-75B47F18CAD3}" presName="Name21" presStyleCnt="0"/>
      <dgm:spPr/>
    </dgm:pt>
    <dgm:pt modelId="{5825E8A7-0301-485E-A760-A446544FA08E}" type="pres">
      <dgm:prSet presAssocID="{5024F1E8-7511-4BE3-A236-75B47F18CAD3}" presName="level2Shape" presStyleLbl="node4" presStyleIdx="12" presStyleCnt="27" custScaleX="136727" custScaleY="97543"/>
      <dgm:spPr>
        <a:xfrm>
          <a:off x="5995508" y="3162508"/>
          <a:ext cx="805990" cy="537327"/>
        </a:xfrm>
        <a:prstGeom prst="roundRect">
          <a:avLst>
            <a:gd name="adj" fmla="val 10000"/>
          </a:avLst>
        </a:prstGeom>
      </dgm:spPr>
    </dgm:pt>
    <dgm:pt modelId="{E990A17F-22DA-459E-8D99-FEF884E3D825}" type="pres">
      <dgm:prSet presAssocID="{5024F1E8-7511-4BE3-A236-75B47F18CAD3}" presName="hierChild3" presStyleCnt="0"/>
      <dgm:spPr/>
    </dgm:pt>
    <dgm:pt modelId="{81B5835B-BA4D-49A7-844B-7979346494DB}" type="pres">
      <dgm:prSet presAssocID="{2D67EE37-35B6-499C-87AE-36C864A6B614}" presName="Name19" presStyleLbl="parChTrans1D4" presStyleIdx="13" presStyleCnt="27"/>
      <dgm:spPr/>
    </dgm:pt>
    <dgm:pt modelId="{37F40900-EB98-41F1-A497-00B0720AFBB0}" type="pres">
      <dgm:prSet presAssocID="{47A7892E-B3F1-4B85-9A10-9388140AD4FA}" presName="Name21" presStyleCnt="0"/>
      <dgm:spPr/>
    </dgm:pt>
    <dgm:pt modelId="{435318AF-80D6-40DE-9769-7B42F816243C}" type="pres">
      <dgm:prSet presAssocID="{47A7892E-B3F1-4B85-9A10-9388140AD4FA}" presName="level2Shape" presStyleLbl="node4" presStyleIdx="13" presStyleCnt="27" custScaleX="130876" custScaleY="105642"/>
      <dgm:spPr>
        <a:xfrm>
          <a:off x="5981078" y="3704647"/>
          <a:ext cx="741275" cy="494183"/>
        </a:xfrm>
        <a:prstGeom prst="roundRect">
          <a:avLst>
            <a:gd name="adj" fmla="val 10000"/>
          </a:avLst>
        </a:prstGeom>
      </dgm:spPr>
    </dgm:pt>
    <dgm:pt modelId="{88F10A19-4D48-498E-A667-9CA01486C921}" type="pres">
      <dgm:prSet presAssocID="{47A7892E-B3F1-4B85-9A10-9388140AD4FA}" presName="hierChild3" presStyleCnt="0"/>
      <dgm:spPr/>
    </dgm:pt>
    <dgm:pt modelId="{FD39B49A-C248-4C54-8900-C880B6BDFB06}" type="pres">
      <dgm:prSet presAssocID="{8173EEBA-64EE-4067-949D-B5FC5D07AF19}" presName="Name19" presStyleLbl="parChTrans1D4" presStyleIdx="14" presStyleCnt="27"/>
      <dgm:spPr/>
    </dgm:pt>
    <dgm:pt modelId="{4DF97C6E-4D67-400E-9A83-3B3B3EB0E83B}" type="pres">
      <dgm:prSet presAssocID="{D26098E9-5174-4EB1-BB72-9B34F1957B00}" presName="Name21" presStyleCnt="0"/>
      <dgm:spPr/>
    </dgm:pt>
    <dgm:pt modelId="{158C900E-637B-4765-9A69-34F6BAF180CD}" type="pres">
      <dgm:prSet presAssocID="{D26098E9-5174-4EB1-BB72-9B34F1957B00}" presName="level2Shape" presStyleLbl="node4" presStyleIdx="14" presStyleCnt="27" custScaleX="122150" custScaleY="110866"/>
      <dgm:spPr/>
    </dgm:pt>
    <dgm:pt modelId="{E3EA12D8-8AD4-4EAE-97EF-7CF97EBD91A5}" type="pres">
      <dgm:prSet presAssocID="{D26098E9-5174-4EB1-BB72-9B34F1957B00}" presName="hierChild3" presStyleCnt="0"/>
      <dgm:spPr/>
    </dgm:pt>
    <dgm:pt modelId="{F71402A1-8EDA-4F80-93DC-52DD59C12353}" type="pres">
      <dgm:prSet presAssocID="{16A3700F-0FCE-455E-8276-0B876FD990E2}" presName="Name19" presStyleLbl="parChTrans1D3" presStyleIdx="2" presStyleCnt="5"/>
      <dgm:spPr/>
    </dgm:pt>
    <dgm:pt modelId="{499F82C5-BF2B-4573-990C-5530E01622F0}" type="pres">
      <dgm:prSet presAssocID="{01C4E140-ED2F-4127-80A8-137FB65DF0CB}" presName="Name21" presStyleCnt="0"/>
      <dgm:spPr/>
    </dgm:pt>
    <dgm:pt modelId="{760BA883-9452-4D5E-9B4E-C14732268062}" type="pres">
      <dgm:prSet presAssocID="{01C4E140-ED2F-4127-80A8-137FB65DF0CB}" presName="level2Shape" presStyleLbl="node3" presStyleIdx="2" presStyleCnt="5" custScaleY="38316"/>
      <dgm:spPr/>
    </dgm:pt>
    <dgm:pt modelId="{86188559-88F5-4910-A8F3-80A8A2DC28C0}" type="pres">
      <dgm:prSet presAssocID="{01C4E140-ED2F-4127-80A8-137FB65DF0CB}" presName="hierChild3" presStyleCnt="0"/>
      <dgm:spPr/>
    </dgm:pt>
    <dgm:pt modelId="{4775B687-2505-4C98-AFB4-B57C2FDA32AF}" type="pres">
      <dgm:prSet presAssocID="{86B7A31D-8FEF-4298-B28A-3A71A6133B05}" presName="Name19" presStyleLbl="parChTrans1D4" presStyleIdx="15" presStyleCnt="27"/>
      <dgm:spPr/>
    </dgm:pt>
    <dgm:pt modelId="{7EA096E6-D97F-4C94-87FC-7EB4FB56C07F}" type="pres">
      <dgm:prSet presAssocID="{863D81C9-287D-43AB-9829-2E8F9463D5CE}" presName="Name21" presStyleCnt="0"/>
      <dgm:spPr/>
    </dgm:pt>
    <dgm:pt modelId="{018966E1-711F-4EAF-AD2F-91E3BEC22BDC}" type="pres">
      <dgm:prSet presAssocID="{863D81C9-287D-43AB-9829-2E8F9463D5CE}" presName="level2Shape" presStyleLbl="node4" presStyleIdx="15" presStyleCnt="27" custScaleX="124532" custScaleY="76571" custLinFactNeighborY="12296"/>
      <dgm:spPr>
        <a:xfrm>
          <a:off x="7456613" y="2875561"/>
          <a:ext cx="1357870" cy="716486"/>
        </a:xfrm>
        <a:prstGeom prst="roundRect">
          <a:avLst>
            <a:gd name="adj" fmla="val 10000"/>
          </a:avLst>
        </a:prstGeom>
      </dgm:spPr>
    </dgm:pt>
    <dgm:pt modelId="{43836C9E-9625-42B2-BA25-9D4A103D5C2C}" type="pres">
      <dgm:prSet presAssocID="{863D81C9-287D-43AB-9829-2E8F9463D5CE}" presName="hierChild3" presStyleCnt="0"/>
      <dgm:spPr/>
    </dgm:pt>
    <dgm:pt modelId="{EA0F0D34-5D3E-41E5-860B-2470EBC0763A}" type="pres">
      <dgm:prSet presAssocID="{6C511C06-8A3A-4C03-B025-34B1FD93838F}" presName="Name19" presStyleLbl="parChTrans1D4" presStyleIdx="16" presStyleCnt="27"/>
      <dgm:spPr/>
    </dgm:pt>
    <dgm:pt modelId="{B3310AA0-D10F-4252-9D74-EFB6F8416FFD}" type="pres">
      <dgm:prSet presAssocID="{EC3FFEDC-33BB-4E28-9DB0-9946DD464663}" presName="Name21" presStyleCnt="0"/>
      <dgm:spPr/>
    </dgm:pt>
    <dgm:pt modelId="{4A0E7E02-30FB-43BF-85DB-BE82F9FD6C6A}" type="pres">
      <dgm:prSet presAssocID="{EC3FFEDC-33BB-4E28-9DB0-9946DD464663}" presName="level2Shape" presStyleLbl="node4" presStyleIdx="16" presStyleCnt="27" custScaleY="42367"/>
      <dgm:spPr>
        <a:xfrm>
          <a:off x="6572315" y="3143848"/>
          <a:ext cx="805990" cy="149769"/>
        </a:xfrm>
        <a:prstGeom prst="roundRect">
          <a:avLst>
            <a:gd name="adj" fmla="val 10000"/>
          </a:avLst>
        </a:prstGeom>
      </dgm:spPr>
    </dgm:pt>
    <dgm:pt modelId="{53010927-43A4-4109-9B05-D3E5011D4EE5}" type="pres">
      <dgm:prSet presAssocID="{EC3FFEDC-33BB-4E28-9DB0-9946DD464663}" presName="hierChild3" presStyleCnt="0"/>
      <dgm:spPr/>
    </dgm:pt>
    <dgm:pt modelId="{28B95B4A-2485-47B0-883E-C6AEBB01CB13}" type="pres">
      <dgm:prSet presAssocID="{7E066186-BAD1-4C9D-BD31-E5C5A4A13287}" presName="Name19" presStyleLbl="parChTrans1D4" presStyleIdx="17" presStyleCnt="27"/>
      <dgm:spPr/>
    </dgm:pt>
    <dgm:pt modelId="{2C828EC2-853B-4C34-B573-8ADB7D1A66E7}" type="pres">
      <dgm:prSet presAssocID="{D9FD474C-5597-46A9-8270-51EC3625B3E7}" presName="Name21" presStyleCnt="0"/>
      <dgm:spPr/>
    </dgm:pt>
    <dgm:pt modelId="{0B1F42FC-4FA1-4CAB-8988-EE875551DC1C}" type="pres">
      <dgm:prSet presAssocID="{D9FD474C-5597-46A9-8270-51EC3625B3E7}" presName="level2Shape" presStyleLbl="node4" presStyleIdx="17" presStyleCnt="27" custScaleX="117648" custScaleY="71410" custLinFactNeighborY="8626"/>
      <dgm:spPr>
        <a:xfrm>
          <a:off x="5968345" y="3184949"/>
          <a:ext cx="943040" cy="381604"/>
        </a:xfrm>
        <a:prstGeom prst="roundRect">
          <a:avLst>
            <a:gd name="adj" fmla="val 10000"/>
          </a:avLst>
        </a:prstGeom>
      </dgm:spPr>
    </dgm:pt>
    <dgm:pt modelId="{85A0394F-0959-4468-8FE1-15C6F8CC18DB}" type="pres">
      <dgm:prSet presAssocID="{D9FD474C-5597-46A9-8270-51EC3625B3E7}" presName="hierChild3" presStyleCnt="0"/>
      <dgm:spPr/>
    </dgm:pt>
    <dgm:pt modelId="{526E22EB-E594-4980-AECE-F1F218ACE57F}" type="pres">
      <dgm:prSet presAssocID="{839E6869-FA0A-4C75-A7C9-18346B7A143B}" presName="Name19" presStyleLbl="parChTrans1D4" presStyleIdx="18" presStyleCnt="27"/>
      <dgm:spPr/>
    </dgm:pt>
    <dgm:pt modelId="{CBD94DD0-8696-40A1-BC60-2B88E7B1086F}" type="pres">
      <dgm:prSet presAssocID="{32F24701-A426-4D80-A6E8-5423FDB8FA33}" presName="Name21" presStyleCnt="0"/>
      <dgm:spPr/>
    </dgm:pt>
    <dgm:pt modelId="{246BFC8C-F1F8-4483-B835-CE0668FF4296}" type="pres">
      <dgm:prSet presAssocID="{32F24701-A426-4D80-A6E8-5423FDB8FA33}" presName="level2Shape" presStyleLbl="node4" presStyleIdx="18" presStyleCnt="27" custScaleY="41117" custLinFactNeighborX="-3546"/>
      <dgm:spPr>
        <a:xfrm>
          <a:off x="7668410" y="3143848"/>
          <a:ext cx="805990" cy="190455"/>
        </a:xfrm>
        <a:prstGeom prst="roundRect">
          <a:avLst>
            <a:gd name="adj" fmla="val 10000"/>
          </a:avLst>
        </a:prstGeom>
      </dgm:spPr>
    </dgm:pt>
    <dgm:pt modelId="{0DF9EC11-C20E-4D5E-AC35-4BC3C790492C}" type="pres">
      <dgm:prSet presAssocID="{32F24701-A426-4D80-A6E8-5423FDB8FA33}" presName="hierChild3" presStyleCnt="0"/>
      <dgm:spPr/>
    </dgm:pt>
    <dgm:pt modelId="{B4ADA085-ADB2-4888-A2E9-829CAE4E9A11}" type="pres">
      <dgm:prSet presAssocID="{14C491A5-2FF8-4AFE-9070-359B38E011ED}" presName="Name19" presStyleLbl="parChTrans1D4" presStyleIdx="19" presStyleCnt="27"/>
      <dgm:spPr/>
    </dgm:pt>
    <dgm:pt modelId="{5C0BE4CB-EAB8-4695-8D68-5B85759F4918}" type="pres">
      <dgm:prSet presAssocID="{63D228B3-A4C4-432E-AF2A-B774CCB21A2C}" presName="Name21" presStyleCnt="0"/>
      <dgm:spPr/>
    </dgm:pt>
    <dgm:pt modelId="{61312D53-08B7-4A1E-9DA2-669543661C30}" type="pres">
      <dgm:prSet presAssocID="{63D228B3-A4C4-432E-AF2A-B774CCB21A2C}" presName="level2Shape" presStyleLbl="node4" presStyleIdx="19" presStyleCnt="27" custScaleX="141377" custScaleY="73633" custLinFactNeighborX="-3546" custLinFactNeighborY="8654"/>
      <dgm:spPr>
        <a:xfrm>
          <a:off x="7672170" y="4268532"/>
          <a:ext cx="760363" cy="395650"/>
        </a:xfrm>
        <a:prstGeom prst="roundRect">
          <a:avLst>
            <a:gd name="adj" fmla="val 10000"/>
          </a:avLst>
        </a:prstGeom>
      </dgm:spPr>
    </dgm:pt>
    <dgm:pt modelId="{54944552-AB16-4C70-8D78-2AB89308EBE9}" type="pres">
      <dgm:prSet presAssocID="{63D228B3-A4C4-432E-AF2A-B774CCB21A2C}" presName="hierChild3" presStyleCnt="0"/>
      <dgm:spPr/>
    </dgm:pt>
    <dgm:pt modelId="{00AE6031-1CF7-44FA-80B8-E6FE109530C1}" type="pres">
      <dgm:prSet presAssocID="{3ABBC902-0FD3-48E8-9771-CEE76822D68D}" presName="Name19" presStyleLbl="parChTrans1D4" presStyleIdx="20" presStyleCnt="27"/>
      <dgm:spPr/>
    </dgm:pt>
    <dgm:pt modelId="{706E7BF7-E3EF-4BBF-BA74-D27B324B0399}" type="pres">
      <dgm:prSet presAssocID="{F6E07C37-EDC1-4E4A-8CEF-55EE55184444}" presName="Name21" presStyleCnt="0"/>
      <dgm:spPr/>
    </dgm:pt>
    <dgm:pt modelId="{8C732B43-4162-4303-B80F-260C7B49B50B}" type="pres">
      <dgm:prSet presAssocID="{F6E07C37-EDC1-4E4A-8CEF-55EE55184444}" presName="level2Shape" presStyleLbl="node4" presStyleIdx="20" presStyleCnt="27" custScaleY="38115"/>
      <dgm:spPr>
        <a:xfrm>
          <a:off x="8716198" y="3143848"/>
          <a:ext cx="805990" cy="235284"/>
        </a:xfrm>
        <a:prstGeom prst="roundRect">
          <a:avLst>
            <a:gd name="adj" fmla="val 10000"/>
          </a:avLst>
        </a:prstGeom>
      </dgm:spPr>
    </dgm:pt>
    <dgm:pt modelId="{867045F0-E05C-47FF-AE40-B7DBEAC55B90}" type="pres">
      <dgm:prSet presAssocID="{F6E07C37-EDC1-4E4A-8CEF-55EE55184444}" presName="hierChild3" presStyleCnt="0"/>
      <dgm:spPr/>
    </dgm:pt>
    <dgm:pt modelId="{7302AD92-2346-4660-81F8-63907E52261E}" type="pres">
      <dgm:prSet presAssocID="{184F6EA3-B782-4B4F-96F2-8609B5FA2C7B}" presName="Name19" presStyleLbl="parChTrans1D4" presStyleIdx="21" presStyleCnt="27"/>
      <dgm:spPr/>
    </dgm:pt>
    <dgm:pt modelId="{CBA7852B-D3C6-41B9-A4DC-2F40B5CFB631}" type="pres">
      <dgm:prSet presAssocID="{C33BABFC-94B0-4A14-A8C5-1B85CBE1A7CB}" presName="Name21" presStyleCnt="0"/>
      <dgm:spPr/>
    </dgm:pt>
    <dgm:pt modelId="{940F8516-9038-4699-BFCA-FDDF13DFE5CE}" type="pres">
      <dgm:prSet presAssocID="{C33BABFC-94B0-4A14-A8C5-1B85CBE1A7CB}" presName="level2Shape" presStyleLbl="node4" presStyleIdx="21" presStyleCnt="27" custScaleX="110555" custScaleY="73633" custLinFactNeighborY="8654"/>
      <dgm:spPr>
        <a:xfrm>
          <a:off x="8739011" y="4252401"/>
          <a:ext cx="760363" cy="395650"/>
        </a:xfrm>
        <a:prstGeom prst="roundRect">
          <a:avLst>
            <a:gd name="adj" fmla="val 10000"/>
          </a:avLst>
        </a:prstGeom>
      </dgm:spPr>
    </dgm:pt>
    <dgm:pt modelId="{453C4E51-F3B9-4554-A505-6668DE48EC08}" type="pres">
      <dgm:prSet presAssocID="{C33BABFC-94B0-4A14-A8C5-1B85CBE1A7CB}" presName="hierChild3" presStyleCnt="0"/>
      <dgm:spPr/>
    </dgm:pt>
    <dgm:pt modelId="{437F81C6-DFBD-4E8E-9CAB-82CFE7E66A5F}" type="pres">
      <dgm:prSet presAssocID="{C4706E66-8B83-4D62-BD02-B94C21F8DA97}" presName="Name19" presStyleLbl="parChTrans1D3" presStyleIdx="3" presStyleCnt="5"/>
      <dgm:spPr/>
    </dgm:pt>
    <dgm:pt modelId="{5703C3B9-0C62-4A86-B91B-63AFFD872115}" type="pres">
      <dgm:prSet presAssocID="{27EFFECF-0025-414D-8D7F-AB712FFB1B38}" presName="Name21" presStyleCnt="0"/>
      <dgm:spPr/>
    </dgm:pt>
    <dgm:pt modelId="{D303BA56-566B-43D3-B607-48160D4203B4}" type="pres">
      <dgm:prSet presAssocID="{27EFFECF-0025-414D-8D7F-AB712FFB1B38}" presName="level2Shape" presStyleLbl="node3" presStyleIdx="3" presStyleCnt="5" custScaleX="127209" custScaleY="61910"/>
      <dgm:spPr>
        <a:xfrm>
          <a:off x="6877559" y="1919229"/>
          <a:ext cx="1309680" cy="271650"/>
        </a:xfrm>
        <a:prstGeom prst="roundRect">
          <a:avLst>
            <a:gd name="adj" fmla="val 10000"/>
          </a:avLst>
        </a:prstGeom>
      </dgm:spPr>
    </dgm:pt>
    <dgm:pt modelId="{68A14C23-DDFB-40E4-9E01-5844DE99F3CC}" type="pres">
      <dgm:prSet presAssocID="{27EFFECF-0025-414D-8D7F-AB712FFB1B38}" presName="hierChild3" presStyleCnt="0"/>
      <dgm:spPr/>
    </dgm:pt>
    <dgm:pt modelId="{48125E72-F12E-412F-8190-DA49202D9C54}" type="pres">
      <dgm:prSet presAssocID="{B5CE3783-ABD2-4B8A-AF9A-9F6F941F1585}" presName="Name19" presStyleLbl="parChTrans1D4" presStyleIdx="22" presStyleCnt="27"/>
      <dgm:spPr/>
    </dgm:pt>
    <dgm:pt modelId="{522E7AA3-57BF-4D5A-827D-0E9F6A9F3C0E}" type="pres">
      <dgm:prSet presAssocID="{B35FB86C-E044-4CE9-B877-C54FBEBB4D17}" presName="Name21" presStyleCnt="0"/>
      <dgm:spPr/>
    </dgm:pt>
    <dgm:pt modelId="{4ABF263B-63F0-46E0-89A3-C87D9D3C932A}" type="pres">
      <dgm:prSet presAssocID="{B35FB86C-E044-4CE9-B877-C54FBEBB4D17}" presName="level2Shape" presStyleLbl="node4" presStyleIdx="22" presStyleCnt="27" custScaleX="136552" custScaleY="87015" custLinFactNeighborX="-583" custLinFactNeighborY="-21586"/>
      <dgm:spPr>
        <a:xfrm>
          <a:off x="9203095" y="2876332"/>
          <a:ext cx="1372311" cy="626324"/>
        </a:xfrm>
        <a:prstGeom prst="roundRect">
          <a:avLst>
            <a:gd name="adj" fmla="val 10000"/>
          </a:avLst>
        </a:prstGeom>
      </dgm:spPr>
    </dgm:pt>
    <dgm:pt modelId="{FDC1992D-85A5-497E-81BE-67AD675F85E0}" type="pres">
      <dgm:prSet presAssocID="{B35FB86C-E044-4CE9-B877-C54FBEBB4D17}" presName="hierChild3" presStyleCnt="0"/>
      <dgm:spPr/>
    </dgm:pt>
    <dgm:pt modelId="{FAC3298F-434D-4D7C-B684-E10F68956523}" type="pres">
      <dgm:prSet presAssocID="{CE105CB4-7AE0-4F35-8916-E18D28AADA4C}" presName="Name19" presStyleLbl="parChTrans1D3" presStyleIdx="4" presStyleCnt="5"/>
      <dgm:spPr/>
    </dgm:pt>
    <dgm:pt modelId="{27B2647A-4456-4E20-887E-43F40A7BF1EA}" type="pres">
      <dgm:prSet presAssocID="{8BF996C2-42B2-48A3-865D-DACE7A1EB62D}" presName="Name21" presStyleCnt="0"/>
      <dgm:spPr/>
    </dgm:pt>
    <dgm:pt modelId="{FF7A69FE-A782-4294-A0EE-A5267A13E66E}" type="pres">
      <dgm:prSet presAssocID="{8BF996C2-42B2-48A3-865D-DACE7A1EB62D}" presName="level2Shape" presStyleLbl="node3" presStyleIdx="4" presStyleCnt="5" custAng="10800000" custFlipVert="1" custScaleY="63032" custLinFactNeighborY="-1549"/>
      <dgm:spPr>
        <a:xfrm rot="10800000" flipV="1">
          <a:off x="8756542" y="1908597"/>
          <a:ext cx="1029549" cy="349799"/>
        </a:xfrm>
        <a:prstGeom prst="roundRect">
          <a:avLst>
            <a:gd name="adj" fmla="val 10000"/>
          </a:avLst>
        </a:prstGeom>
      </dgm:spPr>
    </dgm:pt>
    <dgm:pt modelId="{CEA1390E-CF31-4BFC-AEB0-A5F011D622C4}" type="pres">
      <dgm:prSet presAssocID="{8BF996C2-42B2-48A3-865D-DACE7A1EB62D}" presName="hierChild3" presStyleCnt="0"/>
      <dgm:spPr/>
    </dgm:pt>
    <dgm:pt modelId="{2C6C5276-EA06-44C4-BA9B-E6970A14CEA0}" type="pres">
      <dgm:prSet presAssocID="{81CE7F82-4949-41FB-AC9A-4C1B087F555B}" presName="Name19" presStyleLbl="parChTrans1D4" presStyleIdx="23" presStyleCnt="27"/>
      <dgm:spPr/>
    </dgm:pt>
    <dgm:pt modelId="{227659F3-F697-477A-AB26-C43871ED2AC0}" type="pres">
      <dgm:prSet presAssocID="{E91F8125-D27A-4B15-B8AB-7BA6D2174004}" presName="Name21" presStyleCnt="0"/>
      <dgm:spPr/>
    </dgm:pt>
    <dgm:pt modelId="{ED3289C2-5377-402A-8333-2EF156D1DE38}" type="pres">
      <dgm:prSet presAssocID="{E91F8125-D27A-4B15-B8AB-7BA6D2174004}" presName="level2Shape" presStyleLbl="node4" presStyleIdx="23" presStyleCnt="27" custScaleX="107583" custScaleY="36634" custLinFactNeighborX="-229" custLinFactNeighborY="14481"/>
      <dgm:spPr/>
    </dgm:pt>
    <dgm:pt modelId="{44CF597A-057D-4D79-84AD-352BDEAF4651}" type="pres">
      <dgm:prSet presAssocID="{E91F8125-D27A-4B15-B8AB-7BA6D2174004}" presName="hierChild3" presStyleCnt="0"/>
      <dgm:spPr/>
    </dgm:pt>
    <dgm:pt modelId="{5EC23FF9-C015-4E02-943F-E224036DB5C2}" type="pres">
      <dgm:prSet presAssocID="{2D1C4F31-5FDA-49F6-8DD3-C0AFFDC28570}" presName="Name19" presStyleLbl="parChTrans1D4" presStyleIdx="24" presStyleCnt="27"/>
      <dgm:spPr/>
    </dgm:pt>
    <dgm:pt modelId="{5F686AE1-3DB6-4F51-B7EF-86D19CBB1748}" type="pres">
      <dgm:prSet presAssocID="{46370A73-C222-4AD7-B676-42096261BB28}" presName="Name21" presStyleCnt="0"/>
      <dgm:spPr/>
    </dgm:pt>
    <dgm:pt modelId="{119556BF-CEA1-49DD-B392-357495990484}" type="pres">
      <dgm:prSet presAssocID="{46370A73-C222-4AD7-B676-42096261BB28}" presName="level2Shape" presStyleLbl="node4" presStyleIdx="24" presStyleCnt="27" custScaleY="62833" custLinFactNeighborY="13439"/>
      <dgm:spPr/>
    </dgm:pt>
    <dgm:pt modelId="{2F410A08-6276-4881-A868-7001A0584360}" type="pres">
      <dgm:prSet presAssocID="{46370A73-C222-4AD7-B676-42096261BB28}" presName="hierChild3" presStyleCnt="0"/>
      <dgm:spPr/>
    </dgm:pt>
    <dgm:pt modelId="{AE76F8F0-8669-47B5-A6D6-6C229165BBB8}" type="pres">
      <dgm:prSet presAssocID="{26F2BC15-E4A1-45C0-9611-6917DB054AD7}" presName="Name19" presStyleLbl="parChTrans1D4" presStyleIdx="25" presStyleCnt="27"/>
      <dgm:spPr/>
    </dgm:pt>
    <dgm:pt modelId="{F8E01E38-3BDF-4AC7-93F3-FB9608A893F5}" type="pres">
      <dgm:prSet presAssocID="{85F5893F-C189-4EEB-A4DB-92855832E7F2}" presName="Name21" presStyleCnt="0"/>
      <dgm:spPr/>
    </dgm:pt>
    <dgm:pt modelId="{A3D6875B-F1B6-4322-B47C-6608248BAF28}" type="pres">
      <dgm:prSet presAssocID="{85F5893F-C189-4EEB-A4DB-92855832E7F2}" presName="level2Shape" presStyleLbl="node4" presStyleIdx="25" presStyleCnt="27" custScaleY="35802" custLinFactNeighborX="-1488" custLinFactNeighborY="16894"/>
      <dgm:spPr/>
    </dgm:pt>
    <dgm:pt modelId="{79082BC0-2864-4231-A72E-E0CFE9B8F807}" type="pres">
      <dgm:prSet presAssocID="{85F5893F-C189-4EEB-A4DB-92855832E7F2}" presName="hierChild3" presStyleCnt="0"/>
      <dgm:spPr/>
    </dgm:pt>
    <dgm:pt modelId="{83912878-BA2C-4AA6-A914-6BFFE156AA90}" type="pres">
      <dgm:prSet presAssocID="{7F5C99C7-9AC6-45AE-A211-5F1711E91F54}" presName="Name19" presStyleLbl="parChTrans1D4" presStyleIdx="26" presStyleCnt="27"/>
      <dgm:spPr/>
    </dgm:pt>
    <dgm:pt modelId="{9366BFB2-87D4-49BD-A0BA-BB9A6AA9333E}" type="pres">
      <dgm:prSet presAssocID="{5227852E-EE7D-4AAF-9D17-F544149585AD}" presName="Name21" presStyleCnt="0"/>
      <dgm:spPr/>
    </dgm:pt>
    <dgm:pt modelId="{68C3280C-2367-4012-92B2-BB48490ED85A}" type="pres">
      <dgm:prSet presAssocID="{5227852E-EE7D-4AAF-9D17-F544149585AD}" presName="level2Shape" presStyleLbl="node4" presStyleIdx="26" presStyleCnt="27" custScaleY="62070" custLinFactNeighborX="-1560" custLinFactNeighborY="15279"/>
      <dgm:spPr>
        <a:xfrm>
          <a:off x="10081754" y="2647572"/>
          <a:ext cx="676561" cy="279961"/>
        </a:xfrm>
        <a:prstGeom prst="roundRect">
          <a:avLst>
            <a:gd name="adj" fmla="val 10000"/>
          </a:avLst>
        </a:prstGeom>
      </dgm:spPr>
    </dgm:pt>
    <dgm:pt modelId="{E6DE444A-BC2A-40EB-BAD2-4FFC5AA868C2}" type="pres">
      <dgm:prSet presAssocID="{5227852E-EE7D-4AAF-9D17-F544149585AD}" presName="hierChild3" presStyleCnt="0"/>
      <dgm:spPr/>
    </dgm:pt>
    <dgm:pt modelId="{8D51FBC1-719A-46B7-8E58-D134E10337A0}" type="pres">
      <dgm:prSet presAssocID="{CE4099B1-7C17-4DAD-A84D-FAB36AE37CC2}" presName="bgShapesFlow" presStyleCnt="0"/>
      <dgm:spPr/>
    </dgm:pt>
  </dgm:ptLst>
  <dgm:cxnLst>
    <dgm:cxn modelId="{D76AA305-449D-4B2D-8F6C-CCFAD5EBCC78}" srcId="{27EFFECF-0025-414D-8D7F-AB712FFB1B38}" destId="{B35FB86C-E044-4CE9-B877-C54FBEBB4D17}" srcOrd="0" destOrd="0" parTransId="{B5CE3783-ABD2-4B8A-AF9A-9F6F941F1585}" sibTransId="{1B524B76-5AC3-4554-B140-590C83BF8BEB}"/>
    <dgm:cxn modelId="{AA433306-7296-40DE-A7A4-8256A7300EBC}" srcId="{F6E07C37-EDC1-4E4A-8CEF-55EE55184444}" destId="{C33BABFC-94B0-4A14-A8C5-1B85CBE1A7CB}" srcOrd="0" destOrd="0" parTransId="{184F6EA3-B782-4B4F-96F2-8609B5FA2C7B}" sibTransId="{1CBF8E29-CFD4-4613-9F2C-D7C3077797E3}"/>
    <dgm:cxn modelId="{DCEF7506-5D98-4BDF-9A1A-CE0C4E078088}" type="presOf" srcId="{2D1C4F31-5FDA-49F6-8DD3-C0AFFDC28570}" destId="{5EC23FF9-C015-4E02-943F-E224036DB5C2}" srcOrd="0" destOrd="0" presId="urn:microsoft.com/office/officeart/2005/8/layout/hierarchy6"/>
    <dgm:cxn modelId="{E8C6D108-8A1D-4768-BD4C-535E7B53E9A5}" srcId="{863D81C9-287D-43AB-9829-2E8F9463D5CE}" destId="{32F24701-A426-4D80-A6E8-5423FDB8FA33}" srcOrd="1" destOrd="0" parTransId="{839E6869-FA0A-4C75-A7C9-18346B7A143B}" sibTransId="{2B8C25A8-3448-4ABC-9168-1A390A17A771}"/>
    <dgm:cxn modelId="{8F663209-8851-4118-A880-5AAAEDB5A57C}" type="presOf" srcId="{27EFFECF-0025-414D-8D7F-AB712FFB1B38}" destId="{D303BA56-566B-43D3-B607-48160D4203B4}" srcOrd="0" destOrd="0" presId="urn:microsoft.com/office/officeart/2005/8/layout/hierarchy6"/>
    <dgm:cxn modelId="{941AB70B-007D-4001-81B7-9022B664D432}" type="presOf" srcId="{11FC51AE-8F56-406C-BB89-E6D37F741F3E}" destId="{CFCBD9F3-04F8-4069-B7F3-D6C6CF945F08}" srcOrd="0" destOrd="0" presId="urn:microsoft.com/office/officeart/2005/8/layout/hierarchy6"/>
    <dgm:cxn modelId="{BC2CDB0B-2D45-4DC7-9190-3FB05E48F87D}" srcId="{7005F2FF-48DE-4C6E-8AEE-158ADACF2D7F}" destId="{0D73D01D-9F0A-422A-BB12-4773FF3241BD}" srcOrd="1" destOrd="0" parTransId="{AD59289D-0B79-4D49-8DB5-CBFA77EA4D25}" sibTransId="{324D61DD-C0F2-4B26-A38C-CA16383B0232}"/>
    <dgm:cxn modelId="{1AC6C40E-7000-43BE-AABC-5BE88D1D0E52}" type="presOf" srcId="{85FA3165-B14B-4CC2-8358-0C31A739CE16}" destId="{49CE45F4-684B-4307-95E5-0F04D4A86508}" srcOrd="0" destOrd="0" presId="urn:microsoft.com/office/officeart/2005/8/layout/hierarchy6"/>
    <dgm:cxn modelId="{0535F311-E059-4744-BAD7-D1F37B59BED1}" srcId="{E408EA41-4959-4EE5-8ECD-12A85831D52A}" destId="{DBF3595F-2EA3-423B-914F-DD30AB487EA7}" srcOrd="0" destOrd="0" parTransId="{531FEA85-E399-4EE2-A139-DFF27F897523}" sibTransId="{62551BDA-D045-4227-8915-E0A5CA7BF5FC}"/>
    <dgm:cxn modelId="{951F3814-3268-46D1-B096-863AC587EE4C}" srcId="{8BF996C2-42B2-48A3-865D-DACE7A1EB62D}" destId="{85F5893F-C189-4EEB-A4DB-92855832E7F2}" srcOrd="1" destOrd="0" parTransId="{26F2BC15-E4A1-45C0-9611-6917DB054AD7}" sibTransId="{028B2C27-5987-40DA-9B18-A7E14FCB441D}"/>
    <dgm:cxn modelId="{7CCD6F14-E76A-4E2D-9853-367ADCD0089B}" srcId="{7005F2FF-48DE-4C6E-8AEE-158ADACF2D7F}" destId="{864532A3-59C6-40DF-BBAA-8133F52FA6F2}" srcOrd="0" destOrd="0" parTransId="{D53FA332-B3BE-4A13-8F4A-261369DEDDC1}" sibTransId="{603A3D2E-B2B7-4593-975F-6C5212E390B9}"/>
    <dgm:cxn modelId="{A0724015-3576-4E4D-A185-B3EBA203EA5D}" type="presOf" srcId="{F6E07C37-EDC1-4E4A-8CEF-55EE55184444}" destId="{8C732B43-4162-4303-B80F-260C7B49B50B}" srcOrd="0" destOrd="0" presId="urn:microsoft.com/office/officeart/2005/8/layout/hierarchy6"/>
    <dgm:cxn modelId="{D7487C1E-45D8-4D42-93D0-DB3A6F48F9A8}" type="presOf" srcId="{B5CE3783-ABD2-4B8A-AF9A-9F6F941F1585}" destId="{48125E72-F12E-412F-8190-DA49202D9C54}" srcOrd="0" destOrd="0" presId="urn:microsoft.com/office/officeart/2005/8/layout/hierarchy6"/>
    <dgm:cxn modelId="{DEC6CB22-E272-4DF5-AF6D-BE49F9FD9EB0}" type="presOf" srcId="{839E6869-FA0A-4C75-A7C9-18346B7A143B}" destId="{526E22EB-E594-4980-AECE-F1F218ACE57F}" srcOrd="0" destOrd="0" presId="urn:microsoft.com/office/officeart/2005/8/layout/hierarchy6"/>
    <dgm:cxn modelId="{7F5C6423-FD1F-4330-A4DA-C55274433A53}" type="presOf" srcId="{81CE7F82-4949-41FB-AC9A-4C1B087F555B}" destId="{2C6C5276-EA06-44C4-BA9B-E6970A14CEA0}" srcOrd="0" destOrd="0" presId="urn:microsoft.com/office/officeart/2005/8/layout/hierarchy6"/>
    <dgm:cxn modelId="{C1E01326-6CD8-4CF8-AEC2-98BC24C6AA87}" srcId="{E408EA41-4959-4EE5-8ECD-12A85831D52A}" destId="{8BF996C2-42B2-48A3-865D-DACE7A1EB62D}" srcOrd="4" destOrd="0" parTransId="{CE105CB4-7AE0-4F35-8916-E18D28AADA4C}" sibTransId="{13EFD87C-E0ED-4796-9DE4-5F23BBE8C54D}"/>
    <dgm:cxn modelId="{FABBD927-1A46-474F-9392-964D94D3B7B8}" type="presOf" srcId="{864532A3-59C6-40DF-BBAA-8133F52FA6F2}" destId="{5114D6F2-736F-4586-A579-671D4A3424C0}" srcOrd="0" destOrd="0" presId="urn:microsoft.com/office/officeart/2005/8/layout/hierarchy6"/>
    <dgm:cxn modelId="{5105A829-723D-4629-B4B0-94832AEF01BD}" type="presOf" srcId="{CE4099B1-7C17-4DAD-A84D-FAB36AE37CC2}" destId="{A665DCD8-363E-4BAF-9684-4F4FE1435D2A}" srcOrd="0" destOrd="0" presId="urn:microsoft.com/office/officeart/2005/8/layout/hierarchy6"/>
    <dgm:cxn modelId="{1370BF2B-4646-4AF6-9256-E35B460AAD7F}" type="presOf" srcId="{F08F5C3E-BDA9-42CC-B592-20A9CBEE8784}" destId="{D49638BF-85FE-4FB3-A2B7-3B2235A2A8F5}" srcOrd="0" destOrd="0" presId="urn:microsoft.com/office/officeart/2005/8/layout/hierarchy6"/>
    <dgm:cxn modelId="{1F9CDC2C-2210-4DA2-A8B7-71516B5A8BFB}" srcId="{5024F1E8-7511-4BE3-A236-75B47F18CAD3}" destId="{47A7892E-B3F1-4B85-9A10-9388140AD4FA}" srcOrd="0" destOrd="0" parTransId="{2D67EE37-35B6-499C-87AE-36C864A6B614}" sibTransId="{B1BDBA97-0BB1-43B1-B6F0-BEB426094CE1}"/>
    <dgm:cxn modelId="{75B51B2E-F135-4F6F-B148-9BF4B8460C10}" type="presOf" srcId="{D26098E9-5174-4EB1-BB72-9B34F1957B00}" destId="{158C900E-637B-4765-9A69-34F6BAF180CD}" srcOrd="0" destOrd="0" presId="urn:microsoft.com/office/officeart/2005/8/layout/hierarchy6"/>
    <dgm:cxn modelId="{4B4F5E2F-56BF-4270-A0F8-6748BF313664}" srcId="{8BF996C2-42B2-48A3-865D-DACE7A1EB62D}" destId="{E91F8125-D27A-4B15-B8AB-7BA6D2174004}" srcOrd="0" destOrd="0" parTransId="{81CE7F82-4949-41FB-AC9A-4C1B087F555B}" sibTransId="{A0628305-9739-4FCD-8320-46F4F7691284}"/>
    <dgm:cxn modelId="{E998552F-8BA2-49BB-AC08-DA95AEAED1D1}" srcId="{E91F8125-D27A-4B15-B8AB-7BA6D2174004}" destId="{46370A73-C222-4AD7-B676-42096261BB28}" srcOrd="0" destOrd="0" parTransId="{2D1C4F31-5FDA-49F6-8DD3-C0AFFDC28570}" sibTransId="{E7AE04D6-4D4E-444E-84CF-DFB78358D2E0}"/>
    <dgm:cxn modelId="{23853430-A505-49E2-8C79-3CDAF28ED7AD}" type="presOf" srcId="{7005F2FF-48DE-4C6E-8AEE-158ADACF2D7F}" destId="{C987DC18-F199-4278-92B5-5132A984BBB2}" srcOrd="0" destOrd="0" presId="urn:microsoft.com/office/officeart/2005/8/layout/hierarchy6"/>
    <dgm:cxn modelId="{4BF20A39-C41E-4C33-BCD1-5237E02E5E01}" type="presOf" srcId="{8173EEBA-64EE-4067-949D-B5FC5D07AF19}" destId="{FD39B49A-C248-4C54-8900-C880B6BDFB06}" srcOrd="0" destOrd="0" presId="urn:microsoft.com/office/officeart/2005/8/layout/hierarchy6"/>
    <dgm:cxn modelId="{B8D7033A-8F48-4B88-BB9E-324589A549DC}" srcId="{E408EA41-4959-4EE5-8ECD-12A85831D52A}" destId="{01C4E140-ED2F-4127-80A8-137FB65DF0CB}" srcOrd="2" destOrd="0" parTransId="{16A3700F-0FCE-455E-8276-0B876FD990E2}" sibTransId="{0223BBEF-C404-4D9B-85FA-2725F404E7B7}"/>
    <dgm:cxn modelId="{67EE983F-47B0-4BD4-A787-35DA7055308A}" type="presOf" srcId="{7F5E9547-D340-4946-A8A3-DD3BAD28D3FA}" destId="{2AACDB3C-B566-4612-B2C4-1D4B90395B64}" srcOrd="0" destOrd="0" presId="urn:microsoft.com/office/officeart/2005/8/layout/hierarchy6"/>
    <dgm:cxn modelId="{AE73005F-9624-41EA-A5B8-6B8373BE1D0F}" type="presOf" srcId="{88C6C90B-46D5-4B34-8DF2-E19E45E45925}" destId="{E6BD60D7-29B7-4154-AA55-9C1F5F369CE1}" srcOrd="0" destOrd="0" presId="urn:microsoft.com/office/officeart/2005/8/layout/hierarchy6"/>
    <dgm:cxn modelId="{959B4043-F38B-4E06-9054-F26B83478B0C}" type="presOf" srcId="{EC3FFEDC-33BB-4E28-9DB0-9946DD464663}" destId="{4A0E7E02-30FB-43BF-85DB-BE82F9FD6C6A}" srcOrd="0" destOrd="0" presId="urn:microsoft.com/office/officeart/2005/8/layout/hierarchy6"/>
    <dgm:cxn modelId="{C661E648-E50F-4DFD-B0AA-7719AE209BC6}" type="presOf" srcId="{37B2712D-4CD8-4F58-BC06-595131145529}" destId="{92B5201C-720A-404D-84E8-3FB3498DD0C2}" srcOrd="0" destOrd="0" presId="urn:microsoft.com/office/officeart/2005/8/layout/hierarchy6"/>
    <dgm:cxn modelId="{CE826349-CB21-48B4-8220-9DAD17CC095D}" srcId="{32F24701-A426-4D80-A6E8-5423FDB8FA33}" destId="{63D228B3-A4C4-432E-AF2A-B774CCB21A2C}" srcOrd="0" destOrd="0" parTransId="{14C491A5-2FF8-4AFE-9070-359B38E011ED}" sibTransId="{B2E16803-46C7-4DF4-99E0-9FE538A82B10}"/>
    <dgm:cxn modelId="{CED76469-9955-40D2-B6BD-778071039A30}" type="presOf" srcId="{4FFF04C5-5455-4CE2-9F89-BD19E15C0360}" destId="{9E83CD2B-B4A2-4D5A-B383-60AA1731ADD1}" srcOrd="0" destOrd="0" presId="urn:microsoft.com/office/officeart/2005/8/layout/hierarchy6"/>
    <dgm:cxn modelId="{0D1DEF69-1C50-490A-8360-11EECE3A1B67}" type="presOf" srcId="{5024F1E8-7511-4BE3-A236-75B47F18CAD3}" destId="{5825E8A7-0301-485E-A760-A446544FA08E}" srcOrd="0" destOrd="0" presId="urn:microsoft.com/office/officeart/2005/8/layout/hierarchy6"/>
    <dgm:cxn modelId="{2440934A-1538-402A-82D0-FB0FA51D114A}" type="presOf" srcId="{16A3700F-0FCE-455E-8276-0B876FD990E2}" destId="{F71402A1-8EDA-4F80-93DC-52DD59C12353}" srcOrd="0" destOrd="0" presId="urn:microsoft.com/office/officeart/2005/8/layout/hierarchy6"/>
    <dgm:cxn modelId="{DED8C04A-FE43-42CC-94EF-46C90CF24822}" srcId="{E408EA41-4959-4EE5-8ECD-12A85831D52A}" destId="{FB9B4465-25BF-4064-9D2E-04BBBFD9DCFA}" srcOrd="1" destOrd="0" parTransId="{85FA3165-B14B-4CC2-8358-0C31A739CE16}" sibTransId="{72B419D2-A663-40DD-8E35-994F12502A84}"/>
    <dgm:cxn modelId="{75761F4C-64B0-4AB7-8FE9-847DCE462992}" srcId="{01C4E140-ED2F-4127-80A8-137FB65DF0CB}" destId="{863D81C9-287D-43AB-9829-2E8F9463D5CE}" srcOrd="0" destOrd="0" parTransId="{86B7A31D-8FEF-4298-B28A-3A71A6133B05}" sibTransId="{ABCEE4A4-2692-47DA-A8C8-9E272172FBF9}"/>
    <dgm:cxn modelId="{F86E6B6C-DEDF-4DE1-B130-E47A0A34ABBC}" type="presOf" srcId="{86B7A31D-8FEF-4298-B28A-3A71A6133B05}" destId="{4775B687-2505-4C98-AFB4-B57C2FDA32AF}" srcOrd="0" destOrd="0" presId="urn:microsoft.com/office/officeart/2005/8/layout/hierarchy6"/>
    <dgm:cxn modelId="{962F3871-9DD2-4480-B21E-5B72AE514630}" type="presOf" srcId="{93FD7129-5482-4872-8490-1B9387299F4B}" destId="{71E25B50-2840-4AD8-9E29-AFA7093924CD}" srcOrd="0" destOrd="0" presId="urn:microsoft.com/office/officeart/2005/8/layout/hierarchy6"/>
    <dgm:cxn modelId="{8C8AC151-C364-4D86-8F4B-CA8A99B494FC}" type="presOf" srcId="{8458505C-F163-43B5-9028-8E0063510190}" destId="{E526FA8D-1A97-4C9C-8BE2-FDCAC8B6DBC0}" srcOrd="0" destOrd="0" presId="urn:microsoft.com/office/officeart/2005/8/layout/hierarchy6"/>
    <dgm:cxn modelId="{7346F271-D81A-47BE-844D-6A79D5862B1A}" srcId="{863D81C9-287D-43AB-9829-2E8F9463D5CE}" destId="{F6E07C37-EDC1-4E4A-8CEF-55EE55184444}" srcOrd="2" destOrd="0" parTransId="{3ABBC902-0FD3-48E8-9771-CEE76822D68D}" sibTransId="{E18E64EF-9D3B-4462-A5CD-D6EFCF262B8D}"/>
    <dgm:cxn modelId="{EAD90E76-3DA3-4545-9DD0-ABA02DA9222B}" type="presOf" srcId="{F18D4B1F-3E6E-4E22-887A-3F814ADDC0B2}" destId="{CCB4F4B7-E8ED-42A8-AE6C-A94981378B59}" srcOrd="0" destOrd="0" presId="urn:microsoft.com/office/officeart/2005/8/layout/hierarchy6"/>
    <dgm:cxn modelId="{F62A1756-A76A-410B-A3C6-3EC4D343A558}" type="presOf" srcId="{184F6EA3-B782-4B4F-96F2-8609B5FA2C7B}" destId="{7302AD92-2346-4660-81F8-63907E52261E}" srcOrd="0" destOrd="0" presId="urn:microsoft.com/office/officeart/2005/8/layout/hierarchy6"/>
    <dgm:cxn modelId="{A0EA8E76-C0B0-4C68-9BAA-621624555E52}" srcId="{DBF3595F-2EA3-423B-914F-DD30AB487EA7}" destId="{66616C03-640B-4E55-88C1-C2F57BEC8E95}" srcOrd="2" destOrd="0" parTransId="{FB767221-E814-4E22-AB52-6ED369B520AC}" sibTransId="{CCA0D6EE-FA09-4E73-8DB4-B571EB47D9B7}"/>
    <dgm:cxn modelId="{8F15FE56-F507-4DDD-9375-12EE087A63A1}" type="presOf" srcId="{7F5C99C7-9AC6-45AE-A211-5F1711E91F54}" destId="{83912878-BA2C-4AA6-A914-6BFFE156AA90}" srcOrd="0" destOrd="0" presId="urn:microsoft.com/office/officeart/2005/8/layout/hierarchy6"/>
    <dgm:cxn modelId="{D8465957-A476-44FA-B219-59F7A92BB19F}" type="presOf" srcId="{E408EA41-4959-4EE5-8ECD-12A85831D52A}" destId="{88079802-DEE9-4846-9B22-5F077CBED29D}" srcOrd="0" destOrd="0" presId="urn:microsoft.com/office/officeart/2005/8/layout/hierarchy6"/>
    <dgm:cxn modelId="{FFAC8577-7F2E-41FF-9938-42B71678A188}" srcId="{5024F1E8-7511-4BE3-A236-75B47F18CAD3}" destId="{D26098E9-5174-4EB1-BB72-9B34F1957B00}" srcOrd="1" destOrd="0" parTransId="{8173EEBA-64EE-4067-949D-B5FC5D07AF19}" sibTransId="{14DA8345-402B-4B77-8794-08830EF700B9}"/>
    <dgm:cxn modelId="{9342F577-CB61-42AA-A601-38730E664F37}" srcId="{85F5893F-C189-4EEB-A4DB-92855832E7F2}" destId="{5227852E-EE7D-4AAF-9D17-F544149585AD}" srcOrd="0" destOrd="0" parTransId="{7F5C99C7-9AC6-45AE-A211-5F1711E91F54}" sibTransId="{21C6028C-539E-4324-B1B0-82DA23520F7E}"/>
    <dgm:cxn modelId="{D0491578-BE14-43C2-97FE-8025D1529FE8}" type="presOf" srcId="{BC375914-FE48-442E-8A4E-EAB719A78596}" destId="{DC0BFE79-609B-451A-ABCA-69F286EB2E5A}" srcOrd="0" destOrd="0" presId="urn:microsoft.com/office/officeart/2005/8/layout/hierarchy6"/>
    <dgm:cxn modelId="{8DF01C58-9DD2-4334-934C-93DB21F434D0}" type="presOf" srcId="{C4706E66-8B83-4D62-BD02-B94C21F8DA97}" destId="{437F81C6-DFBD-4E8E-9CAB-82CFE7E66A5F}" srcOrd="0" destOrd="0" presId="urn:microsoft.com/office/officeart/2005/8/layout/hierarchy6"/>
    <dgm:cxn modelId="{A000FF58-70BD-4228-830C-20EC5749F97E}" type="presOf" srcId="{3ABBC902-0FD3-48E8-9771-CEE76822D68D}" destId="{00AE6031-1CF7-44FA-80B8-E6FE109530C1}" srcOrd="0" destOrd="0" presId="urn:microsoft.com/office/officeart/2005/8/layout/hierarchy6"/>
    <dgm:cxn modelId="{EFAEDF7A-987B-438B-97EF-50FD31775AFB}" type="presOf" srcId="{D9E50737-E5F6-42BE-AF58-03ADABDBD9AD}" destId="{F7BE86E4-731B-49F2-846E-FA921A02F6CC}" srcOrd="0" destOrd="0" presId="urn:microsoft.com/office/officeart/2005/8/layout/hierarchy6"/>
    <dgm:cxn modelId="{1981B57E-64AF-46FD-A02E-14120E1BDE46}" type="presOf" srcId="{2D67EE37-35B6-499C-87AE-36C864A6B614}" destId="{81B5835B-BA4D-49A7-844B-7979346494DB}" srcOrd="0" destOrd="0" presId="urn:microsoft.com/office/officeart/2005/8/layout/hierarchy6"/>
    <dgm:cxn modelId="{D74E7E80-7D47-424F-9259-F19B72C261B3}" srcId="{93FD7129-5482-4872-8490-1B9387299F4B}" destId="{E408EA41-4959-4EE5-8ECD-12A85831D52A}" srcOrd="0" destOrd="0" parTransId="{4D87C141-DE2F-4C4B-9F7A-B8EAE6725641}" sibTransId="{41091D24-86F1-49C2-AEAC-9A6069E0B7AD}"/>
    <dgm:cxn modelId="{D55ACD80-992F-47E3-8DFF-E1EAA38174A3}" srcId="{F18D4B1F-3E6E-4E22-887A-3F814ADDC0B2}" destId="{D47D2734-2AFE-4113-816B-35226E73BCC8}" srcOrd="0" destOrd="0" parTransId="{BC375914-FE48-442E-8A4E-EAB719A78596}" sibTransId="{F9F2E54E-38BF-4A2F-972F-113E66F7621E}"/>
    <dgm:cxn modelId="{A1258781-D59D-480E-B4AA-41CCC1E1F7C5}" type="presOf" srcId="{D9FD474C-5597-46A9-8270-51EC3625B3E7}" destId="{0B1F42FC-4FA1-4CAB-8988-EE875551DC1C}" srcOrd="0" destOrd="0" presId="urn:microsoft.com/office/officeart/2005/8/layout/hierarchy6"/>
    <dgm:cxn modelId="{C5EFB681-AB3B-41AC-9986-037CEDE53A92}" type="presOf" srcId="{26F2BC15-E4A1-45C0-9611-6917DB054AD7}" destId="{AE76F8F0-8669-47B5-A6D6-6C229165BBB8}" srcOrd="0" destOrd="0" presId="urn:microsoft.com/office/officeart/2005/8/layout/hierarchy6"/>
    <dgm:cxn modelId="{A11D8684-58F0-402A-A32D-AF6F585BFB40}" type="presOf" srcId="{531FEA85-E399-4EE2-A139-DFF27F897523}" destId="{F2963EC8-3FE2-4F93-ACA6-B211F1775242}" srcOrd="0" destOrd="0" presId="urn:microsoft.com/office/officeart/2005/8/layout/hierarchy6"/>
    <dgm:cxn modelId="{97872F87-69A9-4C72-9545-BF5C9CB5AD4C}" type="presOf" srcId="{7E066186-BAD1-4C9D-BD31-E5C5A4A13287}" destId="{28B95B4A-2485-47B0-883E-C6AEBB01CB13}" srcOrd="0" destOrd="0" presId="urn:microsoft.com/office/officeart/2005/8/layout/hierarchy6"/>
    <dgm:cxn modelId="{D85B5A88-02C6-43C5-BE0F-D8E135C023C7}" type="presOf" srcId="{0D73D01D-9F0A-422A-BB12-4773FF3241BD}" destId="{93EF4059-8E72-4B60-BC88-99D20561F9F0}" srcOrd="0" destOrd="0" presId="urn:microsoft.com/office/officeart/2005/8/layout/hierarchy6"/>
    <dgm:cxn modelId="{48CE458B-B065-48F6-B7BF-AC3C94FFE79C}" type="presOf" srcId="{EF69E8E9-F257-43B3-984B-C70FAB1C5DE4}" destId="{8D8F50EA-A0B9-4BF3-9F5A-7F78CA83413F}" srcOrd="0" destOrd="0" presId="urn:microsoft.com/office/officeart/2005/8/layout/hierarchy6"/>
    <dgm:cxn modelId="{96F82E92-231B-44FF-9EF4-6AAA67D012F1}" type="presOf" srcId="{C33BABFC-94B0-4A14-A8C5-1B85CBE1A7CB}" destId="{940F8516-9038-4699-BFCA-FDDF13DFE5CE}" srcOrd="0" destOrd="0" presId="urn:microsoft.com/office/officeart/2005/8/layout/hierarchy6"/>
    <dgm:cxn modelId="{6A9AB893-4462-4D4A-86C0-55F401BD329C}" type="presOf" srcId="{AD59289D-0B79-4D49-8DB5-CBFA77EA4D25}" destId="{AD7AC174-9FC7-4B63-8D4D-C5324259D981}" srcOrd="0" destOrd="0" presId="urn:microsoft.com/office/officeart/2005/8/layout/hierarchy6"/>
    <dgm:cxn modelId="{62B82794-99A2-4FA3-BEC8-7520813B5790}" type="presOf" srcId="{46370A73-C222-4AD7-B676-42096261BB28}" destId="{119556BF-CEA1-49DD-B392-357495990484}" srcOrd="0" destOrd="0" presId="urn:microsoft.com/office/officeart/2005/8/layout/hierarchy6"/>
    <dgm:cxn modelId="{6D83E698-EBDC-4E11-98BB-210195D1C170}" type="presOf" srcId="{14C491A5-2FF8-4AFE-9070-359B38E011ED}" destId="{B4ADA085-ADB2-4888-A2E9-829CAE4E9A11}" srcOrd="0" destOrd="0" presId="urn:microsoft.com/office/officeart/2005/8/layout/hierarchy6"/>
    <dgm:cxn modelId="{FF9E429C-32F0-409F-A587-95EE82C99D91}" type="presOf" srcId="{B35FB86C-E044-4CE9-B877-C54FBEBB4D17}" destId="{4ABF263B-63F0-46E0-89A3-C87D9D3C932A}" srcOrd="0" destOrd="0" presId="urn:microsoft.com/office/officeart/2005/8/layout/hierarchy6"/>
    <dgm:cxn modelId="{500C219D-EDE4-4E0A-8E92-3882EA20A2D3}" srcId="{66616C03-640B-4E55-88C1-C2F57BEC8E95}" destId="{EF69E8E9-F257-43B3-984B-C70FAB1C5DE4}" srcOrd="0" destOrd="0" parTransId="{A92A2282-6E8F-49F7-ACDD-CED3BDCD1BFF}" sibTransId="{7CD38E09-0847-468A-832B-39F7AF6553E2}"/>
    <dgm:cxn modelId="{45E07B9D-D971-4839-9E9B-9E07682AD794}" srcId="{6B79ADFE-8C9C-4C8D-856A-9FC17806C322}" destId="{7005F2FF-48DE-4C6E-8AEE-158ADACF2D7F}" srcOrd="0" destOrd="0" parTransId="{88C6C90B-46D5-4B34-8DF2-E19E45E45925}" sibTransId="{6315AC5C-BF42-404E-8AF8-EEBF429A616B}"/>
    <dgm:cxn modelId="{C4F3C19E-5C29-41B5-9996-F8ED6F2D5D2D}" srcId="{E408EA41-4959-4EE5-8ECD-12A85831D52A}" destId="{27EFFECF-0025-414D-8D7F-AB712FFB1B38}" srcOrd="3" destOrd="0" parTransId="{C4706E66-8B83-4D62-BD02-B94C21F8DA97}" sibTransId="{4BCC3012-846A-4EC2-94C9-C061F7300640}"/>
    <dgm:cxn modelId="{9927B6A0-F785-4BBA-AA5E-AEBF2945356F}" type="presOf" srcId="{8BF996C2-42B2-48A3-865D-DACE7A1EB62D}" destId="{FF7A69FE-A782-4294-A0EE-A5267A13E66E}" srcOrd="0" destOrd="0" presId="urn:microsoft.com/office/officeart/2005/8/layout/hierarchy6"/>
    <dgm:cxn modelId="{0F6512A7-353A-4E89-902D-045C675C92C2}" type="presOf" srcId="{01C4E140-ED2F-4127-80A8-137FB65DF0CB}" destId="{760BA883-9452-4D5E-9B4E-C14732268062}" srcOrd="0" destOrd="0" presId="urn:microsoft.com/office/officeart/2005/8/layout/hierarchy6"/>
    <dgm:cxn modelId="{E5C3B9A7-B3B2-4552-AC74-7EE34DBFEE27}" type="presOf" srcId="{6C511C06-8A3A-4C03-B025-34B1FD93838F}" destId="{EA0F0D34-5D3E-41E5-860B-2470EBC0763A}" srcOrd="0" destOrd="0" presId="urn:microsoft.com/office/officeart/2005/8/layout/hierarchy6"/>
    <dgm:cxn modelId="{1781A7A9-2111-424A-AE85-9608FA9B0417}" type="presOf" srcId="{D462346A-BD43-4E26-B823-B6AC5D7192DA}" destId="{ACB42026-6479-4E49-BCCC-EF6330F97B09}" srcOrd="0" destOrd="0" presId="urn:microsoft.com/office/officeart/2005/8/layout/hierarchy6"/>
    <dgm:cxn modelId="{40A3E7A9-D25F-4399-8319-CC8A756B4CFC}" type="presOf" srcId="{D47D2734-2AFE-4113-816B-35226E73BCC8}" destId="{7134A236-1074-4FB3-8768-F41BBE9C0180}" srcOrd="0" destOrd="0" presId="urn:microsoft.com/office/officeart/2005/8/layout/hierarchy6"/>
    <dgm:cxn modelId="{C3EDBFAB-0A1E-43FA-A56F-D65572585FEA}" srcId="{EF69E8E9-F257-43B3-984B-C70FAB1C5DE4}" destId="{BD73E0B7-BA61-4218-86B8-1608E0B142AB}" srcOrd="0" destOrd="0" parTransId="{8458505C-F163-43B5-9028-8E0063510190}" sibTransId="{C2E6679E-B427-431D-B9BD-5C2594A96211}"/>
    <dgm:cxn modelId="{4463F9AE-C8F1-42BC-84CA-F3B288F265D4}" srcId="{EF69E8E9-F257-43B3-984B-C70FAB1C5DE4}" destId="{9C7CC38F-F9E3-4F56-9D8B-854CBE1B9D76}" srcOrd="1" destOrd="0" parTransId="{4FFF04C5-5455-4CE2-9F89-BD19E15C0360}" sibTransId="{EC7DB192-B96D-4670-9226-7A3ABAA67193}"/>
    <dgm:cxn modelId="{810F0FB2-4939-47F5-81F3-DB31749D9909}" srcId="{D47D2734-2AFE-4113-816B-35226E73BCC8}" destId="{37B2712D-4CD8-4F58-BC06-595131145529}" srcOrd="1" destOrd="0" parTransId="{11FC51AE-8F56-406C-BB89-E6D37F741F3E}" sibTransId="{048509BF-86D5-4561-92D3-51AAF79EEB1A}"/>
    <dgm:cxn modelId="{791835B2-CA8A-42C9-8D57-0B47840AC819}" srcId="{DBF3595F-2EA3-423B-914F-DD30AB487EA7}" destId="{6B79ADFE-8C9C-4C8D-856A-9FC17806C322}" srcOrd="1" destOrd="0" parTransId="{F08F5C3E-BDA9-42CC-B592-20A9CBEE8784}" sibTransId="{FA70AD47-C621-49B7-B212-13F8D13BE81F}"/>
    <dgm:cxn modelId="{960361B4-FAD8-4B84-9844-2887A054B9CA}" type="presOf" srcId="{BD73E0B7-BA61-4218-86B8-1608E0B142AB}" destId="{3B15B318-B8E6-459B-B0A3-F4CBC299F443}" srcOrd="0" destOrd="0" presId="urn:microsoft.com/office/officeart/2005/8/layout/hierarchy6"/>
    <dgm:cxn modelId="{790FC6BE-DE54-49A5-B44D-4FCFF484C087}" type="presOf" srcId="{E91F8125-D27A-4B15-B8AB-7BA6D2174004}" destId="{ED3289C2-5377-402A-8333-2EF156D1DE38}" srcOrd="0" destOrd="0" presId="urn:microsoft.com/office/officeart/2005/8/layout/hierarchy6"/>
    <dgm:cxn modelId="{39DF27C8-76DF-4062-A47A-EFC269EDFD90}" type="presOf" srcId="{32F24701-A426-4D80-A6E8-5423FDB8FA33}" destId="{246BFC8C-F1F8-4483-B835-CE0668FF4296}" srcOrd="0" destOrd="0" presId="urn:microsoft.com/office/officeart/2005/8/layout/hierarchy6"/>
    <dgm:cxn modelId="{020045C8-FAE5-4B8D-A7EB-579461C932F7}" srcId="{DBF3595F-2EA3-423B-914F-DD30AB487EA7}" destId="{F18D4B1F-3E6E-4E22-887A-3F814ADDC0B2}" srcOrd="0" destOrd="0" parTransId="{0C7E8425-96F4-4407-9510-38DC715F2EA0}" sibTransId="{294547F3-572E-4599-A6F7-C230C84A44D8}"/>
    <dgm:cxn modelId="{E95662C9-E219-46E8-B482-C3CEFAAAEA9B}" type="presOf" srcId="{0C7E8425-96F4-4407-9510-38DC715F2EA0}" destId="{72D0AC28-CBCB-4D48-A2D4-BECAD22DC974}" srcOrd="0" destOrd="0" presId="urn:microsoft.com/office/officeart/2005/8/layout/hierarchy6"/>
    <dgm:cxn modelId="{A1AD09CC-7FDC-478B-9194-6C5E5408B62E}" type="presOf" srcId="{FB767221-E814-4E22-AB52-6ED369B520AC}" destId="{B675EE26-685C-4E31-AC1A-2CCEADFE8763}" srcOrd="0" destOrd="0" presId="urn:microsoft.com/office/officeart/2005/8/layout/hierarchy6"/>
    <dgm:cxn modelId="{79CB92D4-498C-4D1B-A7D7-D6E1C486C3D3}" type="presOf" srcId="{6B79ADFE-8C9C-4C8D-856A-9FC17806C322}" destId="{DC94C5D3-FAA5-4C35-B7B6-FCC5CDE75B6D}" srcOrd="0" destOrd="0" presId="urn:microsoft.com/office/officeart/2005/8/layout/hierarchy6"/>
    <dgm:cxn modelId="{5474FAD5-960A-489E-8C92-D66D6E5A5EA4}" type="presOf" srcId="{863D81C9-287D-43AB-9829-2E8F9463D5CE}" destId="{018966E1-711F-4EAF-AD2F-91E3BEC22BDC}" srcOrd="0" destOrd="0" presId="urn:microsoft.com/office/officeart/2005/8/layout/hierarchy6"/>
    <dgm:cxn modelId="{0D88C4D8-9CF0-4C69-B760-80F8223B57F9}" type="presOf" srcId="{D53FA332-B3BE-4A13-8F4A-261369DEDDC1}" destId="{E0E22898-8EC8-432E-B36D-ABE7867D7897}" srcOrd="0" destOrd="0" presId="urn:microsoft.com/office/officeart/2005/8/layout/hierarchy6"/>
    <dgm:cxn modelId="{004E86DB-EDEE-4FC8-A318-4105350692D4}" type="presOf" srcId="{CE105CB4-7AE0-4F35-8916-E18D28AADA4C}" destId="{FAC3298F-434D-4D7C-B684-E10F68956523}" srcOrd="0" destOrd="0" presId="urn:microsoft.com/office/officeart/2005/8/layout/hierarchy6"/>
    <dgm:cxn modelId="{6DA8BFDC-361C-4A28-A696-24A9B01CE5C5}" type="presOf" srcId="{66616C03-640B-4E55-88C1-C2F57BEC8E95}" destId="{A00F7CA5-BABF-4F9C-A420-D5FF2FC23565}" srcOrd="0" destOrd="0" presId="urn:microsoft.com/office/officeart/2005/8/layout/hierarchy6"/>
    <dgm:cxn modelId="{410DD1E0-5E11-4E00-B593-2E761A6A274E}" type="presOf" srcId="{FB9B4465-25BF-4064-9D2E-04BBBFD9DCFA}" destId="{A4F85F94-A772-4138-8E45-D1BB2B93FCBA}" srcOrd="0" destOrd="0" presId="urn:microsoft.com/office/officeart/2005/8/layout/hierarchy6"/>
    <dgm:cxn modelId="{43A867E4-5876-4307-90BA-225A862F8C61}" srcId="{FB9B4465-25BF-4064-9D2E-04BBBFD9DCFA}" destId="{5024F1E8-7511-4BE3-A236-75B47F18CAD3}" srcOrd="0" destOrd="0" parTransId="{7F5E9547-D340-4946-A8A3-DD3BAD28D3FA}" sibTransId="{0164C020-F946-41D9-ABBD-85E168C2756E}"/>
    <dgm:cxn modelId="{7F5A9AE6-9300-4285-BB2A-D1ECBB544D9C}" type="presOf" srcId="{47A7892E-B3F1-4B85-9A10-9388140AD4FA}" destId="{435318AF-80D6-40DE-9769-7B42F816243C}" srcOrd="0" destOrd="0" presId="urn:microsoft.com/office/officeart/2005/8/layout/hierarchy6"/>
    <dgm:cxn modelId="{94BBDEE6-EB2C-4010-893A-F0650F845FE5}" type="presOf" srcId="{9C7CC38F-F9E3-4F56-9D8B-854CBE1B9D76}" destId="{F2FFA8B6-9AA3-4170-9D0A-76EC77EC96F7}" srcOrd="0" destOrd="0" presId="urn:microsoft.com/office/officeart/2005/8/layout/hierarchy6"/>
    <dgm:cxn modelId="{8FEEB2E7-A5DA-4BBC-8FDE-A99B7EA9C712}" type="presOf" srcId="{DBF3595F-2EA3-423B-914F-DD30AB487EA7}" destId="{FEDB9F46-8260-4F30-8B6C-1761F73FF14E}" srcOrd="0" destOrd="0" presId="urn:microsoft.com/office/officeart/2005/8/layout/hierarchy6"/>
    <dgm:cxn modelId="{7CF597E8-2707-408B-839A-D792CAB33358}" srcId="{CE4099B1-7C17-4DAD-A84D-FAB36AE37CC2}" destId="{93FD7129-5482-4872-8490-1B9387299F4B}" srcOrd="0" destOrd="0" parTransId="{A4AE0B9D-9E51-4904-AC49-8C0B4996C27C}" sibTransId="{542C810A-8B58-4C8D-8595-978F964785E7}"/>
    <dgm:cxn modelId="{2548CBE8-4B9B-49F2-8393-CBD3018F439A}" type="presOf" srcId="{63D228B3-A4C4-432E-AF2A-B774CCB21A2C}" destId="{61312D53-08B7-4A1E-9DA2-669543661C30}" srcOrd="0" destOrd="0" presId="urn:microsoft.com/office/officeart/2005/8/layout/hierarchy6"/>
    <dgm:cxn modelId="{8D3243EA-3104-4579-BE95-D39A46244C55}" type="presOf" srcId="{5227852E-EE7D-4AAF-9D17-F544149585AD}" destId="{68C3280C-2367-4012-92B2-BB48490ED85A}" srcOrd="0" destOrd="0" presId="urn:microsoft.com/office/officeart/2005/8/layout/hierarchy6"/>
    <dgm:cxn modelId="{BB6C86EF-78ED-48B3-BD63-16198A87629B}" srcId="{D47D2734-2AFE-4113-816B-35226E73BCC8}" destId="{D462346A-BD43-4E26-B823-B6AC5D7192DA}" srcOrd="0" destOrd="0" parTransId="{D9E50737-E5F6-42BE-AF58-03ADABDBD9AD}" sibTransId="{0386FF6E-7AD6-4AE9-A3CD-B2FFB6707510}"/>
    <dgm:cxn modelId="{FBEC56F8-13A9-4069-B436-661D331F08B3}" srcId="{863D81C9-287D-43AB-9829-2E8F9463D5CE}" destId="{EC3FFEDC-33BB-4E28-9DB0-9946DD464663}" srcOrd="0" destOrd="0" parTransId="{6C511C06-8A3A-4C03-B025-34B1FD93838F}" sibTransId="{87E9372A-21F9-4830-A8D3-2142DD27C71C}"/>
    <dgm:cxn modelId="{0DCBA4F9-4079-4B98-8CB2-AF796563A3A0}" type="presOf" srcId="{4D87C141-DE2F-4C4B-9F7A-B8EAE6725641}" destId="{1B34D254-5700-4DBA-89A6-869830316F61}" srcOrd="0" destOrd="0" presId="urn:microsoft.com/office/officeart/2005/8/layout/hierarchy6"/>
    <dgm:cxn modelId="{748AFAFA-7821-45ED-B8B4-343556A6BA84}" type="presOf" srcId="{85F5893F-C189-4EEB-A4DB-92855832E7F2}" destId="{A3D6875B-F1B6-4322-B47C-6608248BAF28}" srcOrd="0" destOrd="0" presId="urn:microsoft.com/office/officeart/2005/8/layout/hierarchy6"/>
    <dgm:cxn modelId="{E94150FB-AA76-4DB3-A7DA-E2585E1324C7}" srcId="{EC3FFEDC-33BB-4E28-9DB0-9946DD464663}" destId="{D9FD474C-5597-46A9-8270-51EC3625B3E7}" srcOrd="0" destOrd="0" parTransId="{7E066186-BAD1-4C9D-BD31-E5C5A4A13287}" sibTransId="{CE66F7F9-BF3C-4C35-8C85-79464F68B860}"/>
    <dgm:cxn modelId="{731991FF-A6E0-436F-8BD2-D5E4415FA178}" type="presOf" srcId="{A92A2282-6E8F-49F7-ACDD-CED3BDCD1BFF}" destId="{8B8380B7-629A-4E18-B867-F8F2AF5867BD}" srcOrd="0" destOrd="0" presId="urn:microsoft.com/office/officeart/2005/8/layout/hierarchy6"/>
    <dgm:cxn modelId="{0F335E22-FF19-4702-94E0-3D6D304B06D0}" type="presParOf" srcId="{A665DCD8-363E-4BAF-9684-4F4FE1435D2A}" destId="{EED1BB53-8C46-4ECB-8A02-BB183B484247}" srcOrd="0" destOrd="0" presId="urn:microsoft.com/office/officeart/2005/8/layout/hierarchy6"/>
    <dgm:cxn modelId="{4EF68313-CD94-4BFC-9052-15B7F5249636}" type="presParOf" srcId="{EED1BB53-8C46-4ECB-8A02-BB183B484247}" destId="{8FB5B11D-2383-421A-8184-EB66CB74F72C}" srcOrd="0" destOrd="0" presId="urn:microsoft.com/office/officeart/2005/8/layout/hierarchy6"/>
    <dgm:cxn modelId="{E7E417E2-77FC-444E-A4FC-27DF99B69EA5}" type="presParOf" srcId="{8FB5B11D-2383-421A-8184-EB66CB74F72C}" destId="{3F4C6680-319D-45CE-846A-42015390BAF1}" srcOrd="0" destOrd="0" presId="urn:microsoft.com/office/officeart/2005/8/layout/hierarchy6"/>
    <dgm:cxn modelId="{B5109661-8A72-4D2A-9DD3-3FD38CC66753}" type="presParOf" srcId="{3F4C6680-319D-45CE-846A-42015390BAF1}" destId="{71E25B50-2840-4AD8-9E29-AFA7093924CD}" srcOrd="0" destOrd="0" presId="urn:microsoft.com/office/officeart/2005/8/layout/hierarchy6"/>
    <dgm:cxn modelId="{F458F122-C75F-491E-8BCD-7969AA91720A}" type="presParOf" srcId="{3F4C6680-319D-45CE-846A-42015390BAF1}" destId="{4D795B03-450D-4528-8079-724DE7D81459}" srcOrd="1" destOrd="0" presId="urn:microsoft.com/office/officeart/2005/8/layout/hierarchy6"/>
    <dgm:cxn modelId="{8FC8256E-B6C2-47EB-8FF5-7101EE18C521}" type="presParOf" srcId="{4D795B03-450D-4528-8079-724DE7D81459}" destId="{1B34D254-5700-4DBA-89A6-869830316F61}" srcOrd="0" destOrd="0" presId="urn:microsoft.com/office/officeart/2005/8/layout/hierarchy6"/>
    <dgm:cxn modelId="{37A316F0-C53F-4962-99D5-F371550FA20F}" type="presParOf" srcId="{4D795B03-450D-4528-8079-724DE7D81459}" destId="{1A36C98C-B149-4D2F-B3C1-63682A79B7E5}" srcOrd="1" destOrd="0" presId="urn:microsoft.com/office/officeart/2005/8/layout/hierarchy6"/>
    <dgm:cxn modelId="{5574191E-15F4-40AC-A128-4A2DC81CF9EC}" type="presParOf" srcId="{1A36C98C-B149-4D2F-B3C1-63682A79B7E5}" destId="{88079802-DEE9-4846-9B22-5F077CBED29D}" srcOrd="0" destOrd="0" presId="urn:microsoft.com/office/officeart/2005/8/layout/hierarchy6"/>
    <dgm:cxn modelId="{FCB1B23B-4F63-407C-85CD-22EBFD788EA1}" type="presParOf" srcId="{1A36C98C-B149-4D2F-B3C1-63682A79B7E5}" destId="{AA5AC272-E127-49CE-A96A-E6BF26ECD505}" srcOrd="1" destOrd="0" presId="urn:microsoft.com/office/officeart/2005/8/layout/hierarchy6"/>
    <dgm:cxn modelId="{617AD678-A4CA-431A-966D-031F205CF1A5}" type="presParOf" srcId="{AA5AC272-E127-49CE-A96A-E6BF26ECD505}" destId="{F2963EC8-3FE2-4F93-ACA6-B211F1775242}" srcOrd="0" destOrd="0" presId="urn:microsoft.com/office/officeart/2005/8/layout/hierarchy6"/>
    <dgm:cxn modelId="{9368B78E-FDE2-424A-9401-A9D99D750B7E}" type="presParOf" srcId="{AA5AC272-E127-49CE-A96A-E6BF26ECD505}" destId="{055E0A42-B770-48D4-ABD4-1147E5AB92D0}" srcOrd="1" destOrd="0" presId="urn:microsoft.com/office/officeart/2005/8/layout/hierarchy6"/>
    <dgm:cxn modelId="{B6312A22-00C0-4DDF-AD52-5CD4B7895D82}" type="presParOf" srcId="{055E0A42-B770-48D4-ABD4-1147E5AB92D0}" destId="{FEDB9F46-8260-4F30-8B6C-1761F73FF14E}" srcOrd="0" destOrd="0" presId="urn:microsoft.com/office/officeart/2005/8/layout/hierarchy6"/>
    <dgm:cxn modelId="{49836EF7-2C8E-4CC6-A8E9-DD4503FBB098}" type="presParOf" srcId="{055E0A42-B770-48D4-ABD4-1147E5AB92D0}" destId="{27D82AB2-62F0-41B6-814F-2DC982F7D3AD}" srcOrd="1" destOrd="0" presId="urn:microsoft.com/office/officeart/2005/8/layout/hierarchy6"/>
    <dgm:cxn modelId="{7B3A4434-63D9-4F0D-8308-4E4FCDFBBC7F}" type="presParOf" srcId="{27D82AB2-62F0-41B6-814F-2DC982F7D3AD}" destId="{72D0AC28-CBCB-4D48-A2D4-BECAD22DC974}" srcOrd="0" destOrd="0" presId="urn:microsoft.com/office/officeart/2005/8/layout/hierarchy6"/>
    <dgm:cxn modelId="{9E85B949-2CDF-4126-83B8-7BC2B70A7CFF}" type="presParOf" srcId="{27D82AB2-62F0-41B6-814F-2DC982F7D3AD}" destId="{1C94DB88-EFE7-4265-9941-6D55834C4804}" srcOrd="1" destOrd="0" presId="urn:microsoft.com/office/officeart/2005/8/layout/hierarchy6"/>
    <dgm:cxn modelId="{04277F01-9211-4C7A-96BA-7D5A3016FD53}" type="presParOf" srcId="{1C94DB88-EFE7-4265-9941-6D55834C4804}" destId="{CCB4F4B7-E8ED-42A8-AE6C-A94981378B59}" srcOrd="0" destOrd="0" presId="urn:microsoft.com/office/officeart/2005/8/layout/hierarchy6"/>
    <dgm:cxn modelId="{CFFBCC41-2DB7-4E8A-B321-BF7E0756A510}" type="presParOf" srcId="{1C94DB88-EFE7-4265-9941-6D55834C4804}" destId="{ACA40AF0-0201-438A-9487-31C11E547D49}" srcOrd="1" destOrd="0" presId="urn:microsoft.com/office/officeart/2005/8/layout/hierarchy6"/>
    <dgm:cxn modelId="{C6FB5243-990C-435D-88C1-D14E5C616E2F}" type="presParOf" srcId="{ACA40AF0-0201-438A-9487-31C11E547D49}" destId="{DC0BFE79-609B-451A-ABCA-69F286EB2E5A}" srcOrd="0" destOrd="0" presId="urn:microsoft.com/office/officeart/2005/8/layout/hierarchy6"/>
    <dgm:cxn modelId="{0D61B2FF-9C34-4BEB-A6AD-5C59330358D9}" type="presParOf" srcId="{ACA40AF0-0201-438A-9487-31C11E547D49}" destId="{516BBC8B-18C6-417A-B89C-307CB94817E9}" srcOrd="1" destOrd="0" presId="urn:microsoft.com/office/officeart/2005/8/layout/hierarchy6"/>
    <dgm:cxn modelId="{3E36E4E8-17AB-4ECF-9772-ADC34BB7A9E6}" type="presParOf" srcId="{516BBC8B-18C6-417A-B89C-307CB94817E9}" destId="{7134A236-1074-4FB3-8768-F41BBE9C0180}" srcOrd="0" destOrd="0" presId="urn:microsoft.com/office/officeart/2005/8/layout/hierarchy6"/>
    <dgm:cxn modelId="{7FC15613-1286-4C61-98E1-FACB040DB678}" type="presParOf" srcId="{516BBC8B-18C6-417A-B89C-307CB94817E9}" destId="{D2EF077D-211F-417C-A918-90498EA4EBA6}" srcOrd="1" destOrd="0" presId="urn:microsoft.com/office/officeart/2005/8/layout/hierarchy6"/>
    <dgm:cxn modelId="{A314DDBC-3B2B-44E2-96FD-7356507DF6F5}" type="presParOf" srcId="{D2EF077D-211F-417C-A918-90498EA4EBA6}" destId="{F7BE86E4-731B-49F2-846E-FA921A02F6CC}" srcOrd="0" destOrd="0" presId="urn:microsoft.com/office/officeart/2005/8/layout/hierarchy6"/>
    <dgm:cxn modelId="{2B9E3E4C-4349-41BC-8EAF-C83FBD39015B}" type="presParOf" srcId="{D2EF077D-211F-417C-A918-90498EA4EBA6}" destId="{687D2081-E1A6-4BEA-954A-B8071D439E3B}" srcOrd="1" destOrd="0" presId="urn:microsoft.com/office/officeart/2005/8/layout/hierarchy6"/>
    <dgm:cxn modelId="{868118BF-E698-46C0-BE26-3AB00B64A6B1}" type="presParOf" srcId="{687D2081-E1A6-4BEA-954A-B8071D439E3B}" destId="{ACB42026-6479-4E49-BCCC-EF6330F97B09}" srcOrd="0" destOrd="0" presId="urn:microsoft.com/office/officeart/2005/8/layout/hierarchy6"/>
    <dgm:cxn modelId="{1912BAC9-C34C-4990-8BA3-93B4DAE0228C}" type="presParOf" srcId="{687D2081-E1A6-4BEA-954A-B8071D439E3B}" destId="{D112225D-98D1-4CB1-B9E2-9F9495AD70A6}" srcOrd="1" destOrd="0" presId="urn:microsoft.com/office/officeart/2005/8/layout/hierarchy6"/>
    <dgm:cxn modelId="{ADE07A8A-EFDD-4CFC-A578-5F6049DF5D53}" type="presParOf" srcId="{D2EF077D-211F-417C-A918-90498EA4EBA6}" destId="{CFCBD9F3-04F8-4069-B7F3-D6C6CF945F08}" srcOrd="2" destOrd="0" presId="urn:microsoft.com/office/officeart/2005/8/layout/hierarchy6"/>
    <dgm:cxn modelId="{EFF06C3F-4405-423A-9CA7-E8ECB23CDCB7}" type="presParOf" srcId="{D2EF077D-211F-417C-A918-90498EA4EBA6}" destId="{E93C1E69-0B3C-4605-91C4-2AC94D1F5C46}" srcOrd="3" destOrd="0" presId="urn:microsoft.com/office/officeart/2005/8/layout/hierarchy6"/>
    <dgm:cxn modelId="{8E99FD09-6711-46AD-8C16-506D4BEAACB4}" type="presParOf" srcId="{E93C1E69-0B3C-4605-91C4-2AC94D1F5C46}" destId="{92B5201C-720A-404D-84E8-3FB3498DD0C2}" srcOrd="0" destOrd="0" presId="urn:microsoft.com/office/officeart/2005/8/layout/hierarchy6"/>
    <dgm:cxn modelId="{C23FEB24-F73C-4299-BE42-DEB7219806E9}" type="presParOf" srcId="{E93C1E69-0B3C-4605-91C4-2AC94D1F5C46}" destId="{B5B071E7-E600-4104-9677-A88C1E1B567D}" srcOrd="1" destOrd="0" presId="urn:microsoft.com/office/officeart/2005/8/layout/hierarchy6"/>
    <dgm:cxn modelId="{C1464038-A930-4755-94EE-A509B5FC2BF2}" type="presParOf" srcId="{27D82AB2-62F0-41B6-814F-2DC982F7D3AD}" destId="{D49638BF-85FE-4FB3-A2B7-3B2235A2A8F5}" srcOrd="2" destOrd="0" presId="urn:microsoft.com/office/officeart/2005/8/layout/hierarchy6"/>
    <dgm:cxn modelId="{91E5A9D8-BB11-4BE4-A4FB-DC482EB0A667}" type="presParOf" srcId="{27D82AB2-62F0-41B6-814F-2DC982F7D3AD}" destId="{08332E23-C8B1-4DE2-9601-E315634BB22D}" srcOrd="3" destOrd="0" presId="urn:microsoft.com/office/officeart/2005/8/layout/hierarchy6"/>
    <dgm:cxn modelId="{F4E8E283-8AA2-4704-9312-942C59C68815}" type="presParOf" srcId="{08332E23-C8B1-4DE2-9601-E315634BB22D}" destId="{DC94C5D3-FAA5-4C35-B7B6-FCC5CDE75B6D}" srcOrd="0" destOrd="0" presId="urn:microsoft.com/office/officeart/2005/8/layout/hierarchy6"/>
    <dgm:cxn modelId="{6AB3EB24-3DE9-4E95-B991-512E20345564}" type="presParOf" srcId="{08332E23-C8B1-4DE2-9601-E315634BB22D}" destId="{984A18CE-6D06-4774-9719-BD74E0E6D7B9}" srcOrd="1" destOrd="0" presId="urn:microsoft.com/office/officeart/2005/8/layout/hierarchy6"/>
    <dgm:cxn modelId="{F80ACE23-8C96-49F6-95D9-3B6ED21BBA45}" type="presParOf" srcId="{984A18CE-6D06-4774-9719-BD74E0E6D7B9}" destId="{E6BD60D7-29B7-4154-AA55-9C1F5F369CE1}" srcOrd="0" destOrd="0" presId="urn:microsoft.com/office/officeart/2005/8/layout/hierarchy6"/>
    <dgm:cxn modelId="{6EDFE489-71A7-4349-8CB2-8A8868FE8D84}" type="presParOf" srcId="{984A18CE-6D06-4774-9719-BD74E0E6D7B9}" destId="{C5396D84-73DC-4656-9BE0-803C856F72F8}" srcOrd="1" destOrd="0" presId="urn:microsoft.com/office/officeart/2005/8/layout/hierarchy6"/>
    <dgm:cxn modelId="{A47F98E2-5C02-403D-B43D-E7831D2BA4C0}" type="presParOf" srcId="{C5396D84-73DC-4656-9BE0-803C856F72F8}" destId="{C987DC18-F199-4278-92B5-5132A984BBB2}" srcOrd="0" destOrd="0" presId="urn:microsoft.com/office/officeart/2005/8/layout/hierarchy6"/>
    <dgm:cxn modelId="{6887D43F-02B8-4588-871B-56F2A315179B}" type="presParOf" srcId="{C5396D84-73DC-4656-9BE0-803C856F72F8}" destId="{21978B8E-8669-472C-8461-08988E05F67C}" srcOrd="1" destOrd="0" presId="urn:microsoft.com/office/officeart/2005/8/layout/hierarchy6"/>
    <dgm:cxn modelId="{E94C4816-41E7-4E03-B86E-1212863D4976}" type="presParOf" srcId="{21978B8E-8669-472C-8461-08988E05F67C}" destId="{E0E22898-8EC8-432E-B36D-ABE7867D7897}" srcOrd="0" destOrd="0" presId="urn:microsoft.com/office/officeart/2005/8/layout/hierarchy6"/>
    <dgm:cxn modelId="{7A635C08-013E-4918-BA02-6BF577A748FA}" type="presParOf" srcId="{21978B8E-8669-472C-8461-08988E05F67C}" destId="{602BBAB5-FE6C-4F73-8587-AF5FFE58F488}" srcOrd="1" destOrd="0" presId="urn:microsoft.com/office/officeart/2005/8/layout/hierarchy6"/>
    <dgm:cxn modelId="{8BE6E3E3-E748-4942-9F52-7F4D54C677D1}" type="presParOf" srcId="{602BBAB5-FE6C-4F73-8587-AF5FFE58F488}" destId="{5114D6F2-736F-4586-A579-671D4A3424C0}" srcOrd="0" destOrd="0" presId="urn:microsoft.com/office/officeart/2005/8/layout/hierarchy6"/>
    <dgm:cxn modelId="{28FAC07A-B8E1-4A3F-A076-FBAF8CCDDD37}" type="presParOf" srcId="{602BBAB5-FE6C-4F73-8587-AF5FFE58F488}" destId="{CB744243-4015-4E8C-A911-51142A6CCC1D}" srcOrd="1" destOrd="0" presId="urn:microsoft.com/office/officeart/2005/8/layout/hierarchy6"/>
    <dgm:cxn modelId="{1178A119-2164-4948-8009-166AD9CCC94C}" type="presParOf" srcId="{21978B8E-8669-472C-8461-08988E05F67C}" destId="{AD7AC174-9FC7-4B63-8D4D-C5324259D981}" srcOrd="2" destOrd="0" presId="urn:microsoft.com/office/officeart/2005/8/layout/hierarchy6"/>
    <dgm:cxn modelId="{B043E1E8-A2AD-408E-AD81-0DBBB8702890}" type="presParOf" srcId="{21978B8E-8669-472C-8461-08988E05F67C}" destId="{77FCD33A-2235-4DA5-A1BC-85FACF4F2035}" srcOrd="3" destOrd="0" presId="urn:microsoft.com/office/officeart/2005/8/layout/hierarchy6"/>
    <dgm:cxn modelId="{055BC40D-311C-4406-9180-139980BD5A1E}" type="presParOf" srcId="{77FCD33A-2235-4DA5-A1BC-85FACF4F2035}" destId="{93EF4059-8E72-4B60-BC88-99D20561F9F0}" srcOrd="0" destOrd="0" presId="urn:microsoft.com/office/officeart/2005/8/layout/hierarchy6"/>
    <dgm:cxn modelId="{EA09987D-9C30-45BD-8A55-CECC180A9727}" type="presParOf" srcId="{77FCD33A-2235-4DA5-A1BC-85FACF4F2035}" destId="{3FE1346E-1B5A-4953-893E-41AC97B60CB4}" srcOrd="1" destOrd="0" presId="urn:microsoft.com/office/officeart/2005/8/layout/hierarchy6"/>
    <dgm:cxn modelId="{9E552B97-CAEE-41F4-8F4B-658A0F9F30A4}" type="presParOf" srcId="{27D82AB2-62F0-41B6-814F-2DC982F7D3AD}" destId="{B675EE26-685C-4E31-AC1A-2CCEADFE8763}" srcOrd="4" destOrd="0" presId="urn:microsoft.com/office/officeart/2005/8/layout/hierarchy6"/>
    <dgm:cxn modelId="{C7006CFD-1022-455B-9B69-5072810A39E3}" type="presParOf" srcId="{27D82AB2-62F0-41B6-814F-2DC982F7D3AD}" destId="{6805D4A7-5F24-45F9-B758-6D401FC27479}" srcOrd="5" destOrd="0" presId="urn:microsoft.com/office/officeart/2005/8/layout/hierarchy6"/>
    <dgm:cxn modelId="{A933FBD9-9922-4174-8243-FFF61EA43A80}" type="presParOf" srcId="{6805D4A7-5F24-45F9-B758-6D401FC27479}" destId="{A00F7CA5-BABF-4F9C-A420-D5FF2FC23565}" srcOrd="0" destOrd="0" presId="urn:microsoft.com/office/officeart/2005/8/layout/hierarchy6"/>
    <dgm:cxn modelId="{BF7A3BD4-969B-48DB-84EB-688109061603}" type="presParOf" srcId="{6805D4A7-5F24-45F9-B758-6D401FC27479}" destId="{6564EEEA-8A5F-49D6-AA0B-483F2580B35B}" srcOrd="1" destOrd="0" presId="urn:microsoft.com/office/officeart/2005/8/layout/hierarchy6"/>
    <dgm:cxn modelId="{8AE9A008-2A1A-478B-B19D-8A15141B3C35}" type="presParOf" srcId="{6564EEEA-8A5F-49D6-AA0B-483F2580B35B}" destId="{8B8380B7-629A-4E18-B867-F8F2AF5867BD}" srcOrd="0" destOrd="0" presId="urn:microsoft.com/office/officeart/2005/8/layout/hierarchy6"/>
    <dgm:cxn modelId="{C88CF2D8-EEA9-40C8-8799-192268A76745}" type="presParOf" srcId="{6564EEEA-8A5F-49D6-AA0B-483F2580B35B}" destId="{24004AC8-C635-4BF4-A3C0-616319842E73}" srcOrd="1" destOrd="0" presId="urn:microsoft.com/office/officeart/2005/8/layout/hierarchy6"/>
    <dgm:cxn modelId="{9AD224FE-0DFC-46A9-9909-9F97D30E7559}" type="presParOf" srcId="{24004AC8-C635-4BF4-A3C0-616319842E73}" destId="{8D8F50EA-A0B9-4BF3-9F5A-7F78CA83413F}" srcOrd="0" destOrd="0" presId="urn:microsoft.com/office/officeart/2005/8/layout/hierarchy6"/>
    <dgm:cxn modelId="{ABF58A3A-A2E8-4136-8EE9-028BBB654913}" type="presParOf" srcId="{24004AC8-C635-4BF4-A3C0-616319842E73}" destId="{42D5713F-BC3C-4B4F-8841-578E22B26927}" srcOrd="1" destOrd="0" presId="urn:microsoft.com/office/officeart/2005/8/layout/hierarchy6"/>
    <dgm:cxn modelId="{0ECD0BFE-279E-45E1-89C8-F4FDE2682D68}" type="presParOf" srcId="{42D5713F-BC3C-4B4F-8841-578E22B26927}" destId="{E526FA8D-1A97-4C9C-8BE2-FDCAC8B6DBC0}" srcOrd="0" destOrd="0" presId="urn:microsoft.com/office/officeart/2005/8/layout/hierarchy6"/>
    <dgm:cxn modelId="{D9C88C5D-62DB-4E46-AEB3-5341EFB21759}" type="presParOf" srcId="{42D5713F-BC3C-4B4F-8841-578E22B26927}" destId="{BDBF7F10-B8E5-44A5-BC5C-23BB61F1217E}" srcOrd="1" destOrd="0" presId="urn:microsoft.com/office/officeart/2005/8/layout/hierarchy6"/>
    <dgm:cxn modelId="{494059E9-7915-4226-9254-F2145FB5B36A}" type="presParOf" srcId="{BDBF7F10-B8E5-44A5-BC5C-23BB61F1217E}" destId="{3B15B318-B8E6-459B-B0A3-F4CBC299F443}" srcOrd="0" destOrd="0" presId="urn:microsoft.com/office/officeart/2005/8/layout/hierarchy6"/>
    <dgm:cxn modelId="{4C5BD550-C2E4-4D44-AF8B-E8ECA16EF3C0}" type="presParOf" srcId="{BDBF7F10-B8E5-44A5-BC5C-23BB61F1217E}" destId="{5AABCD72-3A2F-40EB-A0B8-DCEB2C74CDA1}" srcOrd="1" destOrd="0" presId="urn:microsoft.com/office/officeart/2005/8/layout/hierarchy6"/>
    <dgm:cxn modelId="{1B8E9AD4-E231-49B6-B08F-068A4E5EACAC}" type="presParOf" srcId="{42D5713F-BC3C-4B4F-8841-578E22B26927}" destId="{9E83CD2B-B4A2-4D5A-B383-60AA1731ADD1}" srcOrd="2" destOrd="0" presId="urn:microsoft.com/office/officeart/2005/8/layout/hierarchy6"/>
    <dgm:cxn modelId="{4DFC0383-4436-4103-B4D1-2AF2E59E3E08}" type="presParOf" srcId="{42D5713F-BC3C-4B4F-8841-578E22B26927}" destId="{12D6E0F6-D5DD-4037-B3E9-3488B50F4484}" srcOrd="3" destOrd="0" presId="urn:microsoft.com/office/officeart/2005/8/layout/hierarchy6"/>
    <dgm:cxn modelId="{61443D65-B329-40B5-A547-7B673E16F244}" type="presParOf" srcId="{12D6E0F6-D5DD-4037-B3E9-3488B50F4484}" destId="{F2FFA8B6-9AA3-4170-9D0A-76EC77EC96F7}" srcOrd="0" destOrd="0" presId="urn:microsoft.com/office/officeart/2005/8/layout/hierarchy6"/>
    <dgm:cxn modelId="{60180AAA-1C25-401C-85C5-CF15838C5C62}" type="presParOf" srcId="{12D6E0F6-D5DD-4037-B3E9-3488B50F4484}" destId="{E1C8D6BE-E84F-450C-BD43-6FB70C0A7933}" srcOrd="1" destOrd="0" presId="urn:microsoft.com/office/officeart/2005/8/layout/hierarchy6"/>
    <dgm:cxn modelId="{5C54D383-0679-4955-8A0C-A10523390794}" type="presParOf" srcId="{AA5AC272-E127-49CE-A96A-E6BF26ECD505}" destId="{49CE45F4-684B-4307-95E5-0F04D4A86508}" srcOrd="2" destOrd="0" presId="urn:microsoft.com/office/officeart/2005/8/layout/hierarchy6"/>
    <dgm:cxn modelId="{0E4E5CE1-D8B8-4180-92E3-22539A76FA99}" type="presParOf" srcId="{AA5AC272-E127-49CE-A96A-E6BF26ECD505}" destId="{7F4544DD-FEDE-47D1-B954-024CA523BD84}" srcOrd="3" destOrd="0" presId="urn:microsoft.com/office/officeart/2005/8/layout/hierarchy6"/>
    <dgm:cxn modelId="{FEFF61F7-5BB7-494A-AD83-CD9FE15E11A7}" type="presParOf" srcId="{7F4544DD-FEDE-47D1-B954-024CA523BD84}" destId="{A4F85F94-A772-4138-8E45-D1BB2B93FCBA}" srcOrd="0" destOrd="0" presId="urn:microsoft.com/office/officeart/2005/8/layout/hierarchy6"/>
    <dgm:cxn modelId="{85EC9145-20FE-44CE-AAA7-7D049BE6F146}" type="presParOf" srcId="{7F4544DD-FEDE-47D1-B954-024CA523BD84}" destId="{9894B019-D475-4DCC-B5D4-68ABDAD3A4D8}" srcOrd="1" destOrd="0" presId="urn:microsoft.com/office/officeart/2005/8/layout/hierarchy6"/>
    <dgm:cxn modelId="{DF1EFCA2-9FE1-472B-9982-AC669DD8DA42}" type="presParOf" srcId="{9894B019-D475-4DCC-B5D4-68ABDAD3A4D8}" destId="{2AACDB3C-B566-4612-B2C4-1D4B90395B64}" srcOrd="0" destOrd="0" presId="urn:microsoft.com/office/officeart/2005/8/layout/hierarchy6"/>
    <dgm:cxn modelId="{48F3F896-F3D7-4E60-A6C1-1B050F2AC316}" type="presParOf" srcId="{9894B019-D475-4DCC-B5D4-68ABDAD3A4D8}" destId="{127E9CA7-3E21-4557-95A9-CDE71FB01B57}" srcOrd="1" destOrd="0" presId="urn:microsoft.com/office/officeart/2005/8/layout/hierarchy6"/>
    <dgm:cxn modelId="{B878EE74-DD28-45C8-B02F-00F4D45E2841}" type="presParOf" srcId="{127E9CA7-3E21-4557-95A9-CDE71FB01B57}" destId="{5825E8A7-0301-485E-A760-A446544FA08E}" srcOrd="0" destOrd="0" presId="urn:microsoft.com/office/officeart/2005/8/layout/hierarchy6"/>
    <dgm:cxn modelId="{40E32EFD-4535-47DF-AFF3-C087DF2F949E}" type="presParOf" srcId="{127E9CA7-3E21-4557-95A9-CDE71FB01B57}" destId="{E990A17F-22DA-459E-8D99-FEF884E3D825}" srcOrd="1" destOrd="0" presId="urn:microsoft.com/office/officeart/2005/8/layout/hierarchy6"/>
    <dgm:cxn modelId="{CE0A2832-AA2D-4FAF-BA8B-5E599C307ED1}" type="presParOf" srcId="{E990A17F-22DA-459E-8D99-FEF884E3D825}" destId="{81B5835B-BA4D-49A7-844B-7979346494DB}" srcOrd="0" destOrd="0" presId="urn:microsoft.com/office/officeart/2005/8/layout/hierarchy6"/>
    <dgm:cxn modelId="{0C8A22DA-6AB5-4108-B1A3-98256B0BC7B8}" type="presParOf" srcId="{E990A17F-22DA-459E-8D99-FEF884E3D825}" destId="{37F40900-EB98-41F1-A497-00B0720AFBB0}" srcOrd="1" destOrd="0" presId="urn:microsoft.com/office/officeart/2005/8/layout/hierarchy6"/>
    <dgm:cxn modelId="{11377E5C-1418-4C22-94C0-6F717097E8F2}" type="presParOf" srcId="{37F40900-EB98-41F1-A497-00B0720AFBB0}" destId="{435318AF-80D6-40DE-9769-7B42F816243C}" srcOrd="0" destOrd="0" presId="urn:microsoft.com/office/officeart/2005/8/layout/hierarchy6"/>
    <dgm:cxn modelId="{33192B04-860F-4AE6-AA99-DDC967386955}" type="presParOf" srcId="{37F40900-EB98-41F1-A497-00B0720AFBB0}" destId="{88F10A19-4D48-498E-A667-9CA01486C921}" srcOrd="1" destOrd="0" presId="urn:microsoft.com/office/officeart/2005/8/layout/hierarchy6"/>
    <dgm:cxn modelId="{823EC66C-A288-4BC9-8629-FDE7A3952BA8}" type="presParOf" srcId="{E990A17F-22DA-459E-8D99-FEF884E3D825}" destId="{FD39B49A-C248-4C54-8900-C880B6BDFB06}" srcOrd="2" destOrd="0" presId="urn:microsoft.com/office/officeart/2005/8/layout/hierarchy6"/>
    <dgm:cxn modelId="{49978ABF-6EF9-47E4-9B00-AA1A694AFAC6}" type="presParOf" srcId="{E990A17F-22DA-459E-8D99-FEF884E3D825}" destId="{4DF97C6E-4D67-400E-9A83-3B3B3EB0E83B}" srcOrd="3" destOrd="0" presId="urn:microsoft.com/office/officeart/2005/8/layout/hierarchy6"/>
    <dgm:cxn modelId="{9C983291-F746-4862-9D7D-EBD4FCB3C8CA}" type="presParOf" srcId="{4DF97C6E-4D67-400E-9A83-3B3B3EB0E83B}" destId="{158C900E-637B-4765-9A69-34F6BAF180CD}" srcOrd="0" destOrd="0" presId="urn:microsoft.com/office/officeart/2005/8/layout/hierarchy6"/>
    <dgm:cxn modelId="{53C41DA1-0A51-4A4F-8CB4-D305CE7B3880}" type="presParOf" srcId="{4DF97C6E-4D67-400E-9A83-3B3B3EB0E83B}" destId="{E3EA12D8-8AD4-4EAE-97EF-7CF97EBD91A5}" srcOrd="1" destOrd="0" presId="urn:microsoft.com/office/officeart/2005/8/layout/hierarchy6"/>
    <dgm:cxn modelId="{14EE74DF-57A9-4E62-964C-DA4663734E3E}" type="presParOf" srcId="{AA5AC272-E127-49CE-A96A-E6BF26ECD505}" destId="{F71402A1-8EDA-4F80-93DC-52DD59C12353}" srcOrd="4" destOrd="0" presId="urn:microsoft.com/office/officeart/2005/8/layout/hierarchy6"/>
    <dgm:cxn modelId="{1C034059-59A0-4D55-B6EA-A2D5417C6830}" type="presParOf" srcId="{AA5AC272-E127-49CE-A96A-E6BF26ECD505}" destId="{499F82C5-BF2B-4573-990C-5530E01622F0}" srcOrd="5" destOrd="0" presId="urn:microsoft.com/office/officeart/2005/8/layout/hierarchy6"/>
    <dgm:cxn modelId="{9649EDD6-D5E8-4E53-9824-21403529F510}" type="presParOf" srcId="{499F82C5-BF2B-4573-990C-5530E01622F0}" destId="{760BA883-9452-4D5E-9B4E-C14732268062}" srcOrd="0" destOrd="0" presId="urn:microsoft.com/office/officeart/2005/8/layout/hierarchy6"/>
    <dgm:cxn modelId="{3D27680D-928D-4F26-95A9-C96CCA77B30F}" type="presParOf" srcId="{499F82C5-BF2B-4573-990C-5530E01622F0}" destId="{86188559-88F5-4910-A8F3-80A8A2DC28C0}" srcOrd="1" destOrd="0" presId="urn:microsoft.com/office/officeart/2005/8/layout/hierarchy6"/>
    <dgm:cxn modelId="{3A8304E6-D217-48D4-8134-5B4ABF80C3B7}" type="presParOf" srcId="{86188559-88F5-4910-A8F3-80A8A2DC28C0}" destId="{4775B687-2505-4C98-AFB4-B57C2FDA32AF}" srcOrd="0" destOrd="0" presId="urn:microsoft.com/office/officeart/2005/8/layout/hierarchy6"/>
    <dgm:cxn modelId="{71897502-4C0C-4FA3-B909-4262AB5CBA5C}" type="presParOf" srcId="{86188559-88F5-4910-A8F3-80A8A2DC28C0}" destId="{7EA096E6-D97F-4C94-87FC-7EB4FB56C07F}" srcOrd="1" destOrd="0" presId="urn:microsoft.com/office/officeart/2005/8/layout/hierarchy6"/>
    <dgm:cxn modelId="{FB5384FB-9F4A-4CA2-859A-07D79BE181A4}" type="presParOf" srcId="{7EA096E6-D97F-4C94-87FC-7EB4FB56C07F}" destId="{018966E1-711F-4EAF-AD2F-91E3BEC22BDC}" srcOrd="0" destOrd="0" presId="urn:microsoft.com/office/officeart/2005/8/layout/hierarchy6"/>
    <dgm:cxn modelId="{66D790B3-9660-4C03-8D50-14F5DF5918F0}" type="presParOf" srcId="{7EA096E6-D97F-4C94-87FC-7EB4FB56C07F}" destId="{43836C9E-9625-42B2-BA25-9D4A103D5C2C}" srcOrd="1" destOrd="0" presId="urn:microsoft.com/office/officeart/2005/8/layout/hierarchy6"/>
    <dgm:cxn modelId="{0DECB072-0975-439E-9F66-DF7CB0D50EC0}" type="presParOf" srcId="{43836C9E-9625-42B2-BA25-9D4A103D5C2C}" destId="{EA0F0D34-5D3E-41E5-860B-2470EBC0763A}" srcOrd="0" destOrd="0" presId="urn:microsoft.com/office/officeart/2005/8/layout/hierarchy6"/>
    <dgm:cxn modelId="{9586FF5C-0976-44DC-BD20-90FEDF960959}" type="presParOf" srcId="{43836C9E-9625-42B2-BA25-9D4A103D5C2C}" destId="{B3310AA0-D10F-4252-9D74-EFB6F8416FFD}" srcOrd="1" destOrd="0" presId="urn:microsoft.com/office/officeart/2005/8/layout/hierarchy6"/>
    <dgm:cxn modelId="{B2DDD823-F90C-4489-A67D-01764C009FE8}" type="presParOf" srcId="{B3310AA0-D10F-4252-9D74-EFB6F8416FFD}" destId="{4A0E7E02-30FB-43BF-85DB-BE82F9FD6C6A}" srcOrd="0" destOrd="0" presId="urn:microsoft.com/office/officeart/2005/8/layout/hierarchy6"/>
    <dgm:cxn modelId="{559D5A4D-167B-4134-ADF6-472E4D69A55A}" type="presParOf" srcId="{B3310AA0-D10F-4252-9D74-EFB6F8416FFD}" destId="{53010927-43A4-4109-9B05-D3E5011D4EE5}" srcOrd="1" destOrd="0" presId="urn:microsoft.com/office/officeart/2005/8/layout/hierarchy6"/>
    <dgm:cxn modelId="{9A8931F0-EC2C-49BC-BFC8-C75447740799}" type="presParOf" srcId="{53010927-43A4-4109-9B05-D3E5011D4EE5}" destId="{28B95B4A-2485-47B0-883E-C6AEBB01CB13}" srcOrd="0" destOrd="0" presId="urn:microsoft.com/office/officeart/2005/8/layout/hierarchy6"/>
    <dgm:cxn modelId="{51408EC9-EF0C-4119-AD42-6EB7F3A8D5B5}" type="presParOf" srcId="{53010927-43A4-4109-9B05-D3E5011D4EE5}" destId="{2C828EC2-853B-4C34-B573-8ADB7D1A66E7}" srcOrd="1" destOrd="0" presId="urn:microsoft.com/office/officeart/2005/8/layout/hierarchy6"/>
    <dgm:cxn modelId="{73C9F27F-739B-4A3B-B78A-8A0E1EC36CED}" type="presParOf" srcId="{2C828EC2-853B-4C34-B573-8ADB7D1A66E7}" destId="{0B1F42FC-4FA1-4CAB-8988-EE875551DC1C}" srcOrd="0" destOrd="0" presId="urn:microsoft.com/office/officeart/2005/8/layout/hierarchy6"/>
    <dgm:cxn modelId="{EE146C78-D0CE-463F-B7F4-1E3144D5A8AE}" type="presParOf" srcId="{2C828EC2-853B-4C34-B573-8ADB7D1A66E7}" destId="{85A0394F-0959-4468-8FE1-15C6F8CC18DB}" srcOrd="1" destOrd="0" presId="urn:microsoft.com/office/officeart/2005/8/layout/hierarchy6"/>
    <dgm:cxn modelId="{574C4FE5-C23F-49C2-B730-DCBB8C7FA568}" type="presParOf" srcId="{43836C9E-9625-42B2-BA25-9D4A103D5C2C}" destId="{526E22EB-E594-4980-AECE-F1F218ACE57F}" srcOrd="2" destOrd="0" presId="urn:microsoft.com/office/officeart/2005/8/layout/hierarchy6"/>
    <dgm:cxn modelId="{E329E303-F311-4405-9A84-DF74450BA4C5}" type="presParOf" srcId="{43836C9E-9625-42B2-BA25-9D4A103D5C2C}" destId="{CBD94DD0-8696-40A1-BC60-2B88E7B1086F}" srcOrd="3" destOrd="0" presId="urn:microsoft.com/office/officeart/2005/8/layout/hierarchy6"/>
    <dgm:cxn modelId="{78612F3A-505A-4858-B3EC-81B41B54F7CA}" type="presParOf" srcId="{CBD94DD0-8696-40A1-BC60-2B88E7B1086F}" destId="{246BFC8C-F1F8-4483-B835-CE0668FF4296}" srcOrd="0" destOrd="0" presId="urn:microsoft.com/office/officeart/2005/8/layout/hierarchy6"/>
    <dgm:cxn modelId="{1D3F1C27-5FA3-4390-B49F-E0216FB26FCA}" type="presParOf" srcId="{CBD94DD0-8696-40A1-BC60-2B88E7B1086F}" destId="{0DF9EC11-C20E-4D5E-AC35-4BC3C790492C}" srcOrd="1" destOrd="0" presId="urn:microsoft.com/office/officeart/2005/8/layout/hierarchy6"/>
    <dgm:cxn modelId="{4646922C-7E3A-415D-A29E-786D6B7A30A2}" type="presParOf" srcId="{0DF9EC11-C20E-4D5E-AC35-4BC3C790492C}" destId="{B4ADA085-ADB2-4888-A2E9-829CAE4E9A11}" srcOrd="0" destOrd="0" presId="urn:microsoft.com/office/officeart/2005/8/layout/hierarchy6"/>
    <dgm:cxn modelId="{76E49ECD-994A-42D1-8FBB-AA931E4429E8}" type="presParOf" srcId="{0DF9EC11-C20E-4D5E-AC35-4BC3C790492C}" destId="{5C0BE4CB-EAB8-4695-8D68-5B85759F4918}" srcOrd="1" destOrd="0" presId="urn:microsoft.com/office/officeart/2005/8/layout/hierarchy6"/>
    <dgm:cxn modelId="{6DF26F5D-BC35-47BA-A1AD-2F198F481B19}" type="presParOf" srcId="{5C0BE4CB-EAB8-4695-8D68-5B85759F4918}" destId="{61312D53-08B7-4A1E-9DA2-669543661C30}" srcOrd="0" destOrd="0" presId="urn:microsoft.com/office/officeart/2005/8/layout/hierarchy6"/>
    <dgm:cxn modelId="{4899D7D9-DEEA-4C8A-86EC-24F1F97BB6EA}" type="presParOf" srcId="{5C0BE4CB-EAB8-4695-8D68-5B85759F4918}" destId="{54944552-AB16-4C70-8D78-2AB89308EBE9}" srcOrd="1" destOrd="0" presId="urn:microsoft.com/office/officeart/2005/8/layout/hierarchy6"/>
    <dgm:cxn modelId="{011402E4-8C89-4A5C-B0EF-69CA7C554756}" type="presParOf" srcId="{43836C9E-9625-42B2-BA25-9D4A103D5C2C}" destId="{00AE6031-1CF7-44FA-80B8-E6FE109530C1}" srcOrd="4" destOrd="0" presId="urn:microsoft.com/office/officeart/2005/8/layout/hierarchy6"/>
    <dgm:cxn modelId="{E9D830CC-285D-4455-B556-1C079CD4D14B}" type="presParOf" srcId="{43836C9E-9625-42B2-BA25-9D4A103D5C2C}" destId="{706E7BF7-E3EF-4BBF-BA74-D27B324B0399}" srcOrd="5" destOrd="0" presId="urn:microsoft.com/office/officeart/2005/8/layout/hierarchy6"/>
    <dgm:cxn modelId="{AAD4DD5C-DA56-4753-9D77-F652C0C9B548}" type="presParOf" srcId="{706E7BF7-E3EF-4BBF-BA74-D27B324B0399}" destId="{8C732B43-4162-4303-B80F-260C7B49B50B}" srcOrd="0" destOrd="0" presId="urn:microsoft.com/office/officeart/2005/8/layout/hierarchy6"/>
    <dgm:cxn modelId="{0D374DFD-6F73-4292-B7CC-FFBC3FF16CDD}" type="presParOf" srcId="{706E7BF7-E3EF-4BBF-BA74-D27B324B0399}" destId="{867045F0-E05C-47FF-AE40-B7DBEAC55B90}" srcOrd="1" destOrd="0" presId="urn:microsoft.com/office/officeart/2005/8/layout/hierarchy6"/>
    <dgm:cxn modelId="{0C4AD034-62A9-4872-A308-07C6A21AC584}" type="presParOf" srcId="{867045F0-E05C-47FF-AE40-B7DBEAC55B90}" destId="{7302AD92-2346-4660-81F8-63907E52261E}" srcOrd="0" destOrd="0" presId="urn:microsoft.com/office/officeart/2005/8/layout/hierarchy6"/>
    <dgm:cxn modelId="{F5F12CA6-1547-48CC-91B6-6B93059C3AD0}" type="presParOf" srcId="{867045F0-E05C-47FF-AE40-B7DBEAC55B90}" destId="{CBA7852B-D3C6-41B9-A4DC-2F40B5CFB631}" srcOrd="1" destOrd="0" presId="urn:microsoft.com/office/officeart/2005/8/layout/hierarchy6"/>
    <dgm:cxn modelId="{BA7AD9C0-AEAF-4D87-8EDF-A53AB809498D}" type="presParOf" srcId="{CBA7852B-D3C6-41B9-A4DC-2F40B5CFB631}" destId="{940F8516-9038-4699-BFCA-FDDF13DFE5CE}" srcOrd="0" destOrd="0" presId="urn:microsoft.com/office/officeart/2005/8/layout/hierarchy6"/>
    <dgm:cxn modelId="{294599F0-E472-4B88-8357-9BBEFC3C92E3}" type="presParOf" srcId="{CBA7852B-D3C6-41B9-A4DC-2F40B5CFB631}" destId="{453C4E51-F3B9-4554-A505-6668DE48EC08}" srcOrd="1" destOrd="0" presId="urn:microsoft.com/office/officeart/2005/8/layout/hierarchy6"/>
    <dgm:cxn modelId="{69D40B08-986C-4BE9-9B0B-BD77C646FB8A}" type="presParOf" srcId="{AA5AC272-E127-49CE-A96A-E6BF26ECD505}" destId="{437F81C6-DFBD-4E8E-9CAB-82CFE7E66A5F}" srcOrd="6" destOrd="0" presId="urn:microsoft.com/office/officeart/2005/8/layout/hierarchy6"/>
    <dgm:cxn modelId="{B14651D7-5757-40D1-9330-485A3666DB6E}" type="presParOf" srcId="{AA5AC272-E127-49CE-A96A-E6BF26ECD505}" destId="{5703C3B9-0C62-4A86-B91B-63AFFD872115}" srcOrd="7" destOrd="0" presId="urn:microsoft.com/office/officeart/2005/8/layout/hierarchy6"/>
    <dgm:cxn modelId="{BFD77A72-8221-46E7-A1AB-D34C8C201343}" type="presParOf" srcId="{5703C3B9-0C62-4A86-B91B-63AFFD872115}" destId="{D303BA56-566B-43D3-B607-48160D4203B4}" srcOrd="0" destOrd="0" presId="urn:microsoft.com/office/officeart/2005/8/layout/hierarchy6"/>
    <dgm:cxn modelId="{52C38314-C27F-4472-8E82-216423B21EFB}" type="presParOf" srcId="{5703C3B9-0C62-4A86-B91B-63AFFD872115}" destId="{68A14C23-DDFB-40E4-9E01-5844DE99F3CC}" srcOrd="1" destOrd="0" presId="urn:microsoft.com/office/officeart/2005/8/layout/hierarchy6"/>
    <dgm:cxn modelId="{5AD67F7F-4814-4C80-8198-3734534C6D54}" type="presParOf" srcId="{68A14C23-DDFB-40E4-9E01-5844DE99F3CC}" destId="{48125E72-F12E-412F-8190-DA49202D9C54}" srcOrd="0" destOrd="0" presId="urn:microsoft.com/office/officeart/2005/8/layout/hierarchy6"/>
    <dgm:cxn modelId="{DCE91206-1113-4906-BD09-84E3BCF584C5}" type="presParOf" srcId="{68A14C23-DDFB-40E4-9E01-5844DE99F3CC}" destId="{522E7AA3-57BF-4D5A-827D-0E9F6A9F3C0E}" srcOrd="1" destOrd="0" presId="urn:microsoft.com/office/officeart/2005/8/layout/hierarchy6"/>
    <dgm:cxn modelId="{43541E3D-33AE-4C50-8CED-6AF23C1E4F47}" type="presParOf" srcId="{522E7AA3-57BF-4D5A-827D-0E9F6A9F3C0E}" destId="{4ABF263B-63F0-46E0-89A3-C87D9D3C932A}" srcOrd="0" destOrd="0" presId="urn:microsoft.com/office/officeart/2005/8/layout/hierarchy6"/>
    <dgm:cxn modelId="{0598B3BA-20CA-43F2-97B4-B023FCEDEE0D}" type="presParOf" srcId="{522E7AA3-57BF-4D5A-827D-0E9F6A9F3C0E}" destId="{FDC1992D-85A5-497E-81BE-67AD675F85E0}" srcOrd="1" destOrd="0" presId="urn:microsoft.com/office/officeart/2005/8/layout/hierarchy6"/>
    <dgm:cxn modelId="{36B4C2F6-0647-4C6A-9FAB-82B67682077C}" type="presParOf" srcId="{AA5AC272-E127-49CE-A96A-E6BF26ECD505}" destId="{FAC3298F-434D-4D7C-B684-E10F68956523}" srcOrd="8" destOrd="0" presId="urn:microsoft.com/office/officeart/2005/8/layout/hierarchy6"/>
    <dgm:cxn modelId="{265CA47F-A1B9-40C9-9048-260C4E37C11B}" type="presParOf" srcId="{AA5AC272-E127-49CE-A96A-E6BF26ECD505}" destId="{27B2647A-4456-4E20-887E-43F40A7BF1EA}" srcOrd="9" destOrd="0" presId="urn:microsoft.com/office/officeart/2005/8/layout/hierarchy6"/>
    <dgm:cxn modelId="{B000C08F-8242-4024-97FA-C44BD421632C}" type="presParOf" srcId="{27B2647A-4456-4E20-887E-43F40A7BF1EA}" destId="{FF7A69FE-A782-4294-A0EE-A5267A13E66E}" srcOrd="0" destOrd="0" presId="urn:microsoft.com/office/officeart/2005/8/layout/hierarchy6"/>
    <dgm:cxn modelId="{1A5EA6F7-B2A2-44F4-B2CF-C52085E2D030}" type="presParOf" srcId="{27B2647A-4456-4E20-887E-43F40A7BF1EA}" destId="{CEA1390E-CF31-4BFC-AEB0-A5F011D622C4}" srcOrd="1" destOrd="0" presId="urn:microsoft.com/office/officeart/2005/8/layout/hierarchy6"/>
    <dgm:cxn modelId="{F3696186-81CD-48A5-9871-68709C170CD9}" type="presParOf" srcId="{CEA1390E-CF31-4BFC-AEB0-A5F011D622C4}" destId="{2C6C5276-EA06-44C4-BA9B-E6970A14CEA0}" srcOrd="0" destOrd="0" presId="urn:microsoft.com/office/officeart/2005/8/layout/hierarchy6"/>
    <dgm:cxn modelId="{10E0F397-67BB-48B7-9303-AD86FDC8F3FC}" type="presParOf" srcId="{CEA1390E-CF31-4BFC-AEB0-A5F011D622C4}" destId="{227659F3-F697-477A-AB26-C43871ED2AC0}" srcOrd="1" destOrd="0" presId="urn:microsoft.com/office/officeart/2005/8/layout/hierarchy6"/>
    <dgm:cxn modelId="{D5602FF3-E33D-4BEB-8A20-CCC0EF411655}" type="presParOf" srcId="{227659F3-F697-477A-AB26-C43871ED2AC0}" destId="{ED3289C2-5377-402A-8333-2EF156D1DE38}" srcOrd="0" destOrd="0" presId="urn:microsoft.com/office/officeart/2005/8/layout/hierarchy6"/>
    <dgm:cxn modelId="{5C6CE65F-643E-4F9D-867B-584A4F47B630}" type="presParOf" srcId="{227659F3-F697-477A-AB26-C43871ED2AC0}" destId="{44CF597A-057D-4D79-84AD-352BDEAF4651}" srcOrd="1" destOrd="0" presId="urn:microsoft.com/office/officeart/2005/8/layout/hierarchy6"/>
    <dgm:cxn modelId="{CB86CC87-1A6C-4E7F-A2E2-7D9D2AB7939C}" type="presParOf" srcId="{44CF597A-057D-4D79-84AD-352BDEAF4651}" destId="{5EC23FF9-C015-4E02-943F-E224036DB5C2}" srcOrd="0" destOrd="0" presId="urn:microsoft.com/office/officeart/2005/8/layout/hierarchy6"/>
    <dgm:cxn modelId="{D4DE0A11-73EC-4CE3-93AF-0917C3DAE3ED}" type="presParOf" srcId="{44CF597A-057D-4D79-84AD-352BDEAF4651}" destId="{5F686AE1-3DB6-4F51-B7EF-86D19CBB1748}" srcOrd="1" destOrd="0" presId="urn:microsoft.com/office/officeart/2005/8/layout/hierarchy6"/>
    <dgm:cxn modelId="{901F4DE6-932D-450D-A6A2-DD6D531AF387}" type="presParOf" srcId="{5F686AE1-3DB6-4F51-B7EF-86D19CBB1748}" destId="{119556BF-CEA1-49DD-B392-357495990484}" srcOrd="0" destOrd="0" presId="urn:microsoft.com/office/officeart/2005/8/layout/hierarchy6"/>
    <dgm:cxn modelId="{CAFADB19-0494-4661-B7CB-BA0E055C28F5}" type="presParOf" srcId="{5F686AE1-3DB6-4F51-B7EF-86D19CBB1748}" destId="{2F410A08-6276-4881-A868-7001A0584360}" srcOrd="1" destOrd="0" presId="urn:microsoft.com/office/officeart/2005/8/layout/hierarchy6"/>
    <dgm:cxn modelId="{06353031-F9BF-4AD0-B172-BE4AC8E1F141}" type="presParOf" srcId="{CEA1390E-CF31-4BFC-AEB0-A5F011D622C4}" destId="{AE76F8F0-8669-47B5-A6D6-6C229165BBB8}" srcOrd="2" destOrd="0" presId="urn:microsoft.com/office/officeart/2005/8/layout/hierarchy6"/>
    <dgm:cxn modelId="{1D59EBA3-5085-4370-9BEE-1F0D2516BF78}" type="presParOf" srcId="{CEA1390E-CF31-4BFC-AEB0-A5F011D622C4}" destId="{F8E01E38-3BDF-4AC7-93F3-FB9608A893F5}" srcOrd="3" destOrd="0" presId="urn:microsoft.com/office/officeart/2005/8/layout/hierarchy6"/>
    <dgm:cxn modelId="{80F906C8-0526-4A40-B30C-914A14260891}" type="presParOf" srcId="{F8E01E38-3BDF-4AC7-93F3-FB9608A893F5}" destId="{A3D6875B-F1B6-4322-B47C-6608248BAF28}" srcOrd="0" destOrd="0" presId="urn:microsoft.com/office/officeart/2005/8/layout/hierarchy6"/>
    <dgm:cxn modelId="{71C54DCD-5B70-4F7B-9573-AD83C4D3BACF}" type="presParOf" srcId="{F8E01E38-3BDF-4AC7-93F3-FB9608A893F5}" destId="{79082BC0-2864-4231-A72E-E0CFE9B8F807}" srcOrd="1" destOrd="0" presId="urn:microsoft.com/office/officeart/2005/8/layout/hierarchy6"/>
    <dgm:cxn modelId="{7208564F-F339-43D0-9A76-23B5BD701C48}" type="presParOf" srcId="{79082BC0-2864-4231-A72E-E0CFE9B8F807}" destId="{83912878-BA2C-4AA6-A914-6BFFE156AA90}" srcOrd="0" destOrd="0" presId="urn:microsoft.com/office/officeart/2005/8/layout/hierarchy6"/>
    <dgm:cxn modelId="{E226D159-8A6A-4A3A-AC9A-A5938DFB71B8}" type="presParOf" srcId="{79082BC0-2864-4231-A72E-E0CFE9B8F807}" destId="{9366BFB2-87D4-49BD-A0BA-BB9A6AA9333E}" srcOrd="1" destOrd="0" presId="urn:microsoft.com/office/officeart/2005/8/layout/hierarchy6"/>
    <dgm:cxn modelId="{025488FB-0576-4F16-BA3D-1FC48935A5F1}" type="presParOf" srcId="{9366BFB2-87D4-49BD-A0BA-BB9A6AA9333E}" destId="{68C3280C-2367-4012-92B2-BB48490ED85A}" srcOrd="0" destOrd="0" presId="urn:microsoft.com/office/officeart/2005/8/layout/hierarchy6"/>
    <dgm:cxn modelId="{A1A8EFE1-96C5-4489-A7A8-6DA4F3F5AC69}" type="presParOf" srcId="{9366BFB2-87D4-49BD-A0BA-BB9A6AA9333E}" destId="{E6DE444A-BC2A-40EB-BAD2-4FFC5AA868C2}" srcOrd="1" destOrd="0" presId="urn:microsoft.com/office/officeart/2005/8/layout/hierarchy6"/>
    <dgm:cxn modelId="{8D350B01-FE6F-4E13-8A0C-D55DF8B61A75}" type="presParOf" srcId="{A665DCD8-363E-4BAF-9684-4F4FE1435D2A}" destId="{8D51FBC1-719A-46B7-8E58-D134E10337A0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E25B50-2840-4AD8-9E29-AFA7093924CD}">
      <dsp:nvSpPr>
        <dsp:cNvPr id="0" name=""/>
        <dsp:cNvSpPr/>
      </dsp:nvSpPr>
      <dsp:spPr>
        <a:xfrm>
          <a:off x="5422810" y="1140300"/>
          <a:ext cx="1520058" cy="589752"/>
        </a:xfrm>
        <a:prstGeom prst="roundRect">
          <a:avLst>
            <a:gd name="adj" fmla="val 10000"/>
          </a:avLst>
        </a:prstGeom>
        <a:solidFill>
          <a:srgbClr val="FFC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u="sng" kern="1200" dirty="0">
              <a:solidFill>
                <a:schemeClr val="tx1">
                  <a:lumMod val="95000"/>
                  <a:lumOff val="5000"/>
                </a:schemeClr>
              </a:solidFill>
            </a:rPr>
            <a:t>PROJECT DIRECTOR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>
              <a:solidFill>
                <a:schemeClr val="tx1">
                  <a:lumMod val="95000"/>
                  <a:lumOff val="5000"/>
                </a:schemeClr>
              </a:solidFill>
            </a:rPr>
            <a:t>Mr. Trad Shaddad</a:t>
          </a:r>
          <a:endParaRPr lang="en-US" sz="1050" u="none" kern="1200" dirty="0">
            <a:solidFill>
              <a:schemeClr val="tx1">
                <a:lumMod val="95000"/>
                <a:lumOff val="5000"/>
              </a:schemeClr>
            </a:solidFill>
            <a:latin typeface="+mj-lt"/>
          </a:endParaRPr>
        </a:p>
      </dsp:txBody>
      <dsp:txXfrm>
        <a:off x="5440083" y="1157573"/>
        <a:ext cx="1485512" cy="555206"/>
      </dsp:txXfrm>
    </dsp:sp>
    <dsp:sp modelId="{1B34D254-5700-4DBA-89A6-869830316F61}">
      <dsp:nvSpPr>
        <dsp:cNvPr id="0" name=""/>
        <dsp:cNvSpPr/>
      </dsp:nvSpPr>
      <dsp:spPr>
        <a:xfrm>
          <a:off x="6135951" y="1730052"/>
          <a:ext cx="91440" cy="205186"/>
        </a:xfrm>
        <a:custGeom>
          <a:avLst/>
          <a:gdLst/>
          <a:ahLst/>
          <a:cxnLst/>
          <a:rect l="0" t="0" r="0" b="0"/>
          <a:pathLst>
            <a:path>
              <a:moveTo>
                <a:pt x="46888" y="0"/>
              </a:moveTo>
              <a:lnTo>
                <a:pt x="46888" y="102593"/>
              </a:lnTo>
              <a:lnTo>
                <a:pt x="45720" y="102593"/>
              </a:lnTo>
              <a:lnTo>
                <a:pt x="45720" y="205186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079802-DEE9-4846-9B22-5F077CBED29D}">
      <dsp:nvSpPr>
        <dsp:cNvPr id="0" name=""/>
        <dsp:cNvSpPr/>
      </dsp:nvSpPr>
      <dsp:spPr>
        <a:xfrm>
          <a:off x="5505317" y="1935239"/>
          <a:ext cx="1352708" cy="440205"/>
        </a:xfrm>
        <a:prstGeom prst="roundRect">
          <a:avLst>
            <a:gd name="adj" fmla="val 10000"/>
          </a:avLst>
        </a:prstGeom>
        <a:solidFill>
          <a:srgbClr val="0070C0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u="none" kern="1200" dirty="0">
              <a:solidFill>
                <a:schemeClr val="bg1"/>
              </a:solidFill>
              <a:effectLst/>
              <a:latin typeface="+mj-lt"/>
            </a:rPr>
            <a:t>Project OSH MANAGER </a:t>
          </a:r>
          <a:endParaRPr lang="en-US" sz="800" u="none" kern="1200" dirty="0">
            <a:effectLst/>
            <a:latin typeface="+mj-lt"/>
          </a:endParaRP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u="none" kern="1200" dirty="0">
              <a:latin typeface="+mj-lt"/>
            </a:rPr>
            <a:t>Assif Ahamed</a:t>
          </a:r>
          <a:endParaRPr lang="en-US" sz="800" b="0" u="none" kern="1200" dirty="0">
            <a:effectLst/>
            <a:latin typeface="+mj-lt"/>
          </a:endParaRPr>
        </a:p>
      </dsp:txBody>
      <dsp:txXfrm>
        <a:off x="5518210" y="1948132"/>
        <a:ext cx="1326922" cy="414419"/>
      </dsp:txXfrm>
    </dsp:sp>
    <dsp:sp modelId="{F2963EC8-3FE2-4F93-ACA6-B211F1775242}">
      <dsp:nvSpPr>
        <dsp:cNvPr id="0" name=""/>
        <dsp:cNvSpPr/>
      </dsp:nvSpPr>
      <dsp:spPr>
        <a:xfrm>
          <a:off x="2525992" y="2375444"/>
          <a:ext cx="3655679" cy="390955"/>
        </a:xfrm>
        <a:custGeom>
          <a:avLst/>
          <a:gdLst/>
          <a:ahLst/>
          <a:cxnLst/>
          <a:rect l="0" t="0" r="0" b="0"/>
          <a:pathLst>
            <a:path>
              <a:moveTo>
                <a:pt x="3655679" y="0"/>
              </a:moveTo>
              <a:lnTo>
                <a:pt x="3655679" y="195477"/>
              </a:lnTo>
              <a:lnTo>
                <a:pt x="0" y="195477"/>
              </a:lnTo>
              <a:lnTo>
                <a:pt x="0" y="390955"/>
              </a:lnTo>
            </a:path>
          </a:pathLst>
        </a:custGeom>
        <a:noFill/>
        <a:ln w="127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DB9F46-8260-4F30-8B6C-1761F73FF14E}">
      <dsp:nvSpPr>
        <dsp:cNvPr id="0" name=""/>
        <dsp:cNvSpPr/>
      </dsp:nvSpPr>
      <dsp:spPr>
        <a:xfrm>
          <a:off x="2174871" y="2766400"/>
          <a:ext cx="702243" cy="151374"/>
        </a:xfrm>
        <a:prstGeom prst="roundRect">
          <a:avLst>
            <a:gd name="adj" fmla="val 10000"/>
          </a:avLst>
        </a:prstGeom>
        <a:solidFill>
          <a:schemeClr val="accent4">
            <a:lumMod val="5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latin typeface="+mj-lt"/>
            </a:rPr>
            <a:t>DAY SHIFT</a:t>
          </a:r>
        </a:p>
      </dsp:txBody>
      <dsp:txXfrm>
        <a:off x="2179305" y="2770834"/>
        <a:ext cx="693375" cy="142506"/>
      </dsp:txXfrm>
    </dsp:sp>
    <dsp:sp modelId="{72D0AC28-CBCB-4D48-A2D4-BECAD22DC974}">
      <dsp:nvSpPr>
        <dsp:cNvPr id="0" name=""/>
        <dsp:cNvSpPr/>
      </dsp:nvSpPr>
      <dsp:spPr>
        <a:xfrm>
          <a:off x="824795" y="2917774"/>
          <a:ext cx="1701196" cy="171199"/>
        </a:xfrm>
        <a:custGeom>
          <a:avLst/>
          <a:gdLst/>
          <a:ahLst/>
          <a:cxnLst/>
          <a:rect l="0" t="0" r="0" b="0"/>
          <a:pathLst>
            <a:path>
              <a:moveTo>
                <a:pt x="1701196" y="0"/>
              </a:moveTo>
              <a:lnTo>
                <a:pt x="1701196" y="85599"/>
              </a:lnTo>
              <a:lnTo>
                <a:pt x="0" y="85599"/>
              </a:lnTo>
              <a:lnTo>
                <a:pt x="0" y="171199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B4F4B7-E8ED-42A8-AE6C-A94981378B59}">
      <dsp:nvSpPr>
        <dsp:cNvPr id="0" name=""/>
        <dsp:cNvSpPr/>
      </dsp:nvSpPr>
      <dsp:spPr>
        <a:xfrm>
          <a:off x="503796" y="3088974"/>
          <a:ext cx="641997" cy="171687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800" b="1" u="none" kern="1200" dirty="0">
              <a:latin typeface="+mj-lt"/>
            </a:rPr>
            <a:t>Zone 1</a:t>
          </a:r>
        </a:p>
      </dsp:txBody>
      <dsp:txXfrm>
        <a:off x="508825" y="3094003"/>
        <a:ext cx="631939" cy="161629"/>
      </dsp:txXfrm>
    </dsp:sp>
    <dsp:sp modelId="{DC0BFE79-609B-451A-ABCA-69F286EB2E5A}">
      <dsp:nvSpPr>
        <dsp:cNvPr id="0" name=""/>
        <dsp:cNvSpPr/>
      </dsp:nvSpPr>
      <dsp:spPr>
        <a:xfrm>
          <a:off x="779075" y="3260661"/>
          <a:ext cx="91440" cy="17119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5599"/>
              </a:lnTo>
              <a:lnTo>
                <a:pt x="45989" y="85599"/>
              </a:lnTo>
              <a:lnTo>
                <a:pt x="45989" y="171199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34A236-1074-4FB3-8768-F41BBE9C0180}">
      <dsp:nvSpPr>
        <dsp:cNvPr id="0" name=""/>
        <dsp:cNvSpPr/>
      </dsp:nvSpPr>
      <dsp:spPr>
        <a:xfrm>
          <a:off x="368527" y="3431861"/>
          <a:ext cx="913075" cy="376035"/>
        </a:xfrm>
        <a:prstGeom prst="roundRect">
          <a:avLst>
            <a:gd name="adj" fmla="val 10000"/>
          </a:avLst>
        </a:prstGeom>
        <a:solidFill>
          <a:srgbClr val="0091C4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OSH ENGINEER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800" b="0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Stanley Ajuka</a:t>
          </a:r>
          <a:endParaRPr lang="en-US" sz="800" b="0" u="none" kern="1200" dirty="0">
            <a:solidFill>
              <a:prstClr val="white"/>
            </a:solidFill>
            <a:latin typeface="+mj-lt"/>
            <a:ea typeface="+mn-ea"/>
            <a:cs typeface="+mn-cs"/>
          </a:endParaRPr>
        </a:p>
      </dsp:txBody>
      <dsp:txXfrm>
        <a:off x="379541" y="3442875"/>
        <a:ext cx="891047" cy="354007"/>
      </dsp:txXfrm>
    </dsp:sp>
    <dsp:sp modelId="{F7BE86E4-731B-49F2-846E-FA921A02F6CC}">
      <dsp:nvSpPr>
        <dsp:cNvPr id="0" name=""/>
        <dsp:cNvSpPr/>
      </dsp:nvSpPr>
      <dsp:spPr>
        <a:xfrm>
          <a:off x="410039" y="3807896"/>
          <a:ext cx="415025" cy="250678"/>
        </a:xfrm>
        <a:custGeom>
          <a:avLst/>
          <a:gdLst/>
          <a:ahLst/>
          <a:cxnLst/>
          <a:rect l="0" t="0" r="0" b="0"/>
          <a:pathLst>
            <a:path>
              <a:moveTo>
                <a:pt x="415025" y="0"/>
              </a:moveTo>
              <a:lnTo>
                <a:pt x="415025" y="125339"/>
              </a:lnTo>
              <a:lnTo>
                <a:pt x="0" y="125339"/>
              </a:lnTo>
              <a:lnTo>
                <a:pt x="0" y="250678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B42026-6479-4E49-BCCC-EF6330F97B09}">
      <dsp:nvSpPr>
        <dsp:cNvPr id="0" name=""/>
        <dsp:cNvSpPr/>
      </dsp:nvSpPr>
      <dsp:spPr>
        <a:xfrm>
          <a:off x="17904" y="4058575"/>
          <a:ext cx="784271" cy="345339"/>
        </a:xfrm>
        <a:prstGeom prst="roundRect">
          <a:avLst>
            <a:gd name="adj" fmla="val 10000"/>
          </a:avLst>
        </a:prstGeom>
        <a:solidFill>
          <a:srgbClr val="00B0F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OSH OFFICER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0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Mr. </a:t>
          </a:r>
          <a:r>
            <a:rPr lang="en-AE" sz="800" b="0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Hashim Salih</a:t>
          </a:r>
          <a:r>
            <a:rPr lang="en-GB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 </a:t>
          </a:r>
          <a:endParaRPr lang="en-US" sz="800" b="0" u="none" kern="1200" dirty="0">
            <a:solidFill>
              <a:prstClr val="white"/>
            </a:solidFill>
            <a:latin typeface="+mj-lt"/>
            <a:ea typeface="+mn-ea"/>
            <a:cs typeface="+mn-cs"/>
          </a:endParaRPr>
        </a:p>
      </dsp:txBody>
      <dsp:txXfrm>
        <a:off x="28019" y="4068690"/>
        <a:ext cx="764041" cy="325109"/>
      </dsp:txXfrm>
    </dsp:sp>
    <dsp:sp modelId="{CFCBD9F3-04F8-4069-B7F3-D6C6CF945F08}">
      <dsp:nvSpPr>
        <dsp:cNvPr id="0" name=""/>
        <dsp:cNvSpPr/>
      </dsp:nvSpPr>
      <dsp:spPr>
        <a:xfrm>
          <a:off x="825065" y="3807896"/>
          <a:ext cx="475685" cy="2434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701"/>
              </a:lnTo>
              <a:lnTo>
                <a:pt x="475685" y="121701"/>
              </a:lnTo>
              <a:lnTo>
                <a:pt x="475685" y="243402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B5201C-720A-404D-84E8-3FB3498DD0C2}">
      <dsp:nvSpPr>
        <dsp:cNvPr id="0" name=""/>
        <dsp:cNvSpPr/>
      </dsp:nvSpPr>
      <dsp:spPr>
        <a:xfrm>
          <a:off x="979751" y="4051299"/>
          <a:ext cx="641997" cy="350278"/>
        </a:xfrm>
        <a:prstGeom prst="roundRect">
          <a:avLst>
            <a:gd name="adj" fmla="val 10000"/>
          </a:avLst>
        </a:prstGeom>
        <a:solidFill>
          <a:srgbClr val="00B0F0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OSH OFFICER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0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TBA</a:t>
          </a:r>
        </a:p>
      </dsp:txBody>
      <dsp:txXfrm>
        <a:off x="990010" y="4061558"/>
        <a:ext cx="621479" cy="329760"/>
      </dsp:txXfrm>
    </dsp:sp>
    <dsp:sp modelId="{D49638BF-85FE-4FB3-A2B7-3B2235A2A8F5}">
      <dsp:nvSpPr>
        <dsp:cNvPr id="0" name=""/>
        <dsp:cNvSpPr/>
      </dsp:nvSpPr>
      <dsp:spPr>
        <a:xfrm>
          <a:off x="2479641" y="2917774"/>
          <a:ext cx="91440" cy="171199"/>
        </a:xfrm>
        <a:custGeom>
          <a:avLst/>
          <a:gdLst/>
          <a:ahLst/>
          <a:cxnLst/>
          <a:rect l="0" t="0" r="0" b="0"/>
          <a:pathLst>
            <a:path>
              <a:moveTo>
                <a:pt x="46350" y="0"/>
              </a:moveTo>
              <a:lnTo>
                <a:pt x="46350" y="85599"/>
              </a:lnTo>
              <a:lnTo>
                <a:pt x="45720" y="85599"/>
              </a:lnTo>
              <a:lnTo>
                <a:pt x="45720" y="171199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94C5D3-FAA5-4C35-B7B6-FCC5CDE75B6D}">
      <dsp:nvSpPr>
        <dsp:cNvPr id="0" name=""/>
        <dsp:cNvSpPr/>
      </dsp:nvSpPr>
      <dsp:spPr>
        <a:xfrm>
          <a:off x="2204362" y="3088974"/>
          <a:ext cx="641997" cy="171687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800" b="1" u="none" kern="1200" dirty="0">
              <a:latin typeface="+mj-lt"/>
            </a:rPr>
            <a:t>Zone 02</a:t>
          </a:r>
        </a:p>
      </dsp:txBody>
      <dsp:txXfrm>
        <a:off x="2209391" y="3094003"/>
        <a:ext cx="631939" cy="161629"/>
      </dsp:txXfrm>
    </dsp:sp>
    <dsp:sp modelId="{E6BD60D7-29B7-4154-AA55-9C1F5F369CE1}">
      <dsp:nvSpPr>
        <dsp:cNvPr id="0" name=""/>
        <dsp:cNvSpPr/>
      </dsp:nvSpPr>
      <dsp:spPr>
        <a:xfrm>
          <a:off x="2479641" y="3260661"/>
          <a:ext cx="91440" cy="17119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5599"/>
              </a:lnTo>
              <a:lnTo>
                <a:pt x="47896" y="85599"/>
              </a:lnTo>
              <a:lnTo>
                <a:pt x="47896" y="171199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87DC18-F199-4278-92B5-5132A984BBB2}">
      <dsp:nvSpPr>
        <dsp:cNvPr id="0" name=""/>
        <dsp:cNvSpPr/>
      </dsp:nvSpPr>
      <dsp:spPr>
        <a:xfrm>
          <a:off x="2072197" y="3431861"/>
          <a:ext cx="910680" cy="398355"/>
        </a:xfrm>
        <a:prstGeom prst="roundRect">
          <a:avLst>
            <a:gd name="adj" fmla="val 10000"/>
          </a:avLst>
        </a:prstGeom>
        <a:solidFill>
          <a:srgbClr val="0091C4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OSH ENGINEER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Mr. Ashok Kumar</a:t>
          </a:r>
        </a:p>
      </dsp:txBody>
      <dsp:txXfrm>
        <a:off x="2083864" y="3443528"/>
        <a:ext cx="887346" cy="375021"/>
      </dsp:txXfrm>
    </dsp:sp>
    <dsp:sp modelId="{E0E22898-8EC8-432E-B36D-ABE7867D7897}">
      <dsp:nvSpPr>
        <dsp:cNvPr id="0" name=""/>
        <dsp:cNvSpPr/>
      </dsp:nvSpPr>
      <dsp:spPr>
        <a:xfrm>
          <a:off x="2135348" y="3830216"/>
          <a:ext cx="392190" cy="222041"/>
        </a:xfrm>
        <a:custGeom>
          <a:avLst/>
          <a:gdLst/>
          <a:ahLst/>
          <a:cxnLst/>
          <a:rect l="0" t="0" r="0" b="0"/>
          <a:pathLst>
            <a:path>
              <a:moveTo>
                <a:pt x="392190" y="0"/>
              </a:moveTo>
              <a:lnTo>
                <a:pt x="392190" y="111020"/>
              </a:lnTo>
              <a:lnTo>
                <a:pt x="0" y="111020"/>
              </a:lnTo>
              <a:lnTo>
                <a:pt x="0" y="222041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14D6F2-736F-4586-A579-671D4A3424C0}">
      <dsp:nvSpPr>
        <dsp:cNvPr id="0" name=""/>
        <dsp:cNvSpPr/>
      </dsp:nvSpPr>
      <dsp:spPr>
        <a:xfrm>
          <a:off x="1814349" y="4052257"/>
          <a:ext cx="641997" cy="351968"/>
        </a:xfrm>
        <a:prstGeom prst="roundRect">
          <a:avLst>
            <a:gd name="adj" fmla="val 10000"/>
          </a:avLst>
        </a:prstGeom>
        <a:solidFill>
          <a:srgbClr val="00B0F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OSH OFFICER 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0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Mr. Faizan</a:t>
          </a:r>
          <a:endParaRPr lang="en-US" sz="800" b="0" u="none" kern="1200" dirty="0">
            <a:solidFill>
              <a:prstClr val="white"/>
            </a:solidFill>
            <a:latin typeface="+mj-lt"/>
            <a:ea typeface="+mn-ea"/>
            <a:cs typeface="+mn-cs"/>
          </a:endParaRPr>
        </a:p>
      </dsp:txBody>
      <dsp:txXfrm>
        <a:off x="1824658" y="4062566"/>
        <a:ext cx="621379" cy="331350"/>
      </dsp:txXfrm>
    </dsp:sp>
    <dsp:sp modelId="{AD7AC174-9FC7-4B63-8D4D-C5324259D981}">
      <dsp:nvSpPr>
        <dsp:cNvPr id="0" name=""/>
        <dsp:cNvSpPr/>
      </dsp:nvSpPr>
      <dsp:spPr>
        <a:xfrm>
          <a:off x="2527538" y="3830216"/>
          <a:ext cx="436642" cy="2234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720"/>
              </a:lnTo>
              <a:lnTo>
                <a:pt x="436642" y="111720"/>
              </a:lnTo>
              <a:lnTo>
                <a:pt x="436642" y="223440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F4059-8E72-4B60-BC88-99D20561F9F0}">
      <dsp:nvSpPr>
        <dsp:cNvPr id="0" name=""/>
        <dsp:cNvSpPr/>
      </dsp:nvSpPr>
      <dsp:spPr>
        <a:xfrm>
          <a:off x="2643181" y="4053657"/>
          <a:ext cx="641997" cy="344175"/>
        </a:xfrm>
        <a:prstGeom prst="roundRect">
          <a:avLst>
            <a:gd name="adj" fmla="val 10000"/>
          </a:avLst>
        </a:prstGeom>
        <a:solidFill>
          <a:srgbClr val="00B0F0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OSH</a:t>
          </a:r>
          <a:r>
            <a:rPr lang="en-GB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 OFFICER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0" u="none" kern="1200" dirty="0" err="1">
              <a:solidFill>
                <a:prstClr val="white"/>
              </a:solidFill>
              <a:latin typeface="+mj-lt"/>
              <a:ea typeface="+mn-ea"/>
              <a:cs typeface="+mn-cs"/>
            </a:rPr>
            <a:t>Mr.Matino</a:t>
          </a:r>
          <a:endParaRPr lang="en-GB" sz="800" b="0" u="none" kern="1200" dirty="0">
            <a:solidFill>
              <a:prstClr val="white"/>
            </a:solidFill>
            <a:latin typeface="+mj-lt"/>
            <a:ea typeface="+mn-ea"/>
            <a:cs typeface="+mn-cs"/>
          </a:endParaRPr>
        </a:p>
      </dsp:txBody>
      <dsp:txXfrm>
        <a:off x="2653262" y="4063738"/>
        <a:ext cx="621835" cy="324013"/>
      </dsp:txXfrm>
    </dsp:sp>
    <dsp:sp modelId="{B675EE26-685C-4E31-AC1A-2CCEADFE8763}">
      <dsp:nvSpPr>
        <dsp:cNvPr id="0" name=""/>
        <dsp:cNvSpPr/>
      </dsp:nvSpPr>
      <dsp:spPr>
        <a:xfrm>
          <a:off x="2525992" y="2917774"/>
          <a:ext cx="1848958" cy="1711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599"/>
              </a:lnTo>
              <a:lnTo>
                <a:pt x="1848958" y="85599"/>
              </a:lnTo>
              <a:lnTo>
                <a:pt x="1848958" y="171199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0F7CA5-BABF-4F9C-A420-D5FF2FC23565}">
      <dsp:nvSpPr>
        <dsp:cNvPr id="0" name=""/>
        <dsp:cNvSpPr/>
      </dsp:nvSpPr>
      <dsp:spPr>
        <a:xfrm>
          <a:off x="4053952" y="3088974"/>
          <a:ext cx="641997" cy="171687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800" b="1" u="none" kern="1200" dirty="0">
              <a:latin typeface="+mj-lt"/>
            </a:rPr>
            <a:t>Zone 3</a:t>
          </a:r>
        </a:p>
      </dsp:txBody>
      <dsp:txXfrm>
        <a:off x="4058981" y="3094003"/>
        <a:ext cx="631939" cy="161629"/>
      </dsp:txXfrm>
    </dsp:sp>
    <dsp:sp modelId="{8B8380B7-629A-4E18-B867-F8F2AF5867BD}">
      <dsp:nvSpPr>
        <dsp:cNvPr id="0" name=""/>
        <dsp:cNvSpPr/>
      </dsp:nvSpPr>
      <dsp:spPr>
        <a:xfrm>
          <a:off x="4329231" y="3260661"/>
          <a:ext cx="91440" cy="17119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1199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8F50EA-A0B9-4BF3-9F5A-7F78CA83413F}">
      <dsp:nvSpPr>
        <dsp:cNvPr id="0" name=""/>
        <dsp:cNvSpPr/>
      </dsp:nvSpPr>
      <dsp:spPr>
        <a:xfrm>
          <a:off x="4025361" y="3431861"/>
          <a:ext cx="699180" cy="372465"/>
        </a:xfrm>
        <a:prstGeom prst="roundRect">
          <a:avLst>
            <a:gd name="adj" fmla="val 10000"/>
          </a:avLst>
        </a:prstGeom>
        <a:solidFill>
          <a:srgbClr val="0091C4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OSH ENGINEER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TBA</a:t>
          </a:r>
        </a:p>
      </dsp:txBody>
      <dsp:txXfrm>
        <a:off x="4036270" y="3442770"/>
        <a:ext cx="677362" cy="350647"/>
      </dsp:txXfrm>
    </dsp:sp>
    <dsp:sp modelId="{E526FA8D-1A97-4C9C-8BE2-FDCAC8B6DBC0}">
      <dsp:nvSpPr>
        <dsp:cNvPr id="0" name=""/>
        <dsp:cNvSpPr/>
      </dsp:nvSpPr>
      <dsp:spPr>
        <a:xfrm>
          <a:off x="3870671" y="3804326"/>
          <a:ext cx="504279" cy="250310"/>
        </a:xfrm>
        <a:custGeom>
          <a:avLst/>
          <a:gdLst/>
          <a:ahLst/>
          <a:cxnLst/>
          <a:rect l="0" t="0" r="0" b="0"/>
          <a:pathLst>
            <a:path>
              <a:moveTo>
                <a:pt x="504279" y="0"/>
              </a:moveTo>
              <a:lnTo>
                <a:pt x="504279" y="125155"/>
              </a:lnTo>
              <a:lnTo>
                <a:pt x="0" y="125155"/>
              </a:lnTo>
              <a:lnTo>
                <a:pt x="0" y="250310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15B318-B8E6-459B-B0A3-F4CBC299F443}">
      <dsp:nvSpPr>
        <dsp:cNvPr id="0" name=""/>
        <dsp:cNvSpPr/>
      </dsp:nvSpPr>
      <dsp:spPr>
        <a:xfrm>
          <a:off x="3482876" y="4054637"/>
          <a:ext cx="775591" cy="351827"/>
        </a:xfrm>
        <a:prstGeom prst="roundRect">
          <a:avLst>
            <a:gd name="adj" fmla="val 10000"/>
          </a:avLst>
        </a:prstGeom>
        <a:solidFill>
          <a:srgbClr val="00B0F0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SR. OSH </a:t>
          </a: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OFFICER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u="none" kern="1200" dirty="0" err="1">
              <a:solidFill>
                <a:prstClr val="white"/>
              </a:solidFill>
              <a:latin typeface="+mj-lt"/>
              <a:ea typeface="+mn-ea"/>
              <a:cs typeface="+mn-cs"/>
            </a:rPr>
            <a:t>Mr.Vijesh</a:t>
          </a:r>
          <a:endParaRPr lang="en-US" sz="800" b="0" u="none" kern="1200" dirty="0">
            <a:solidFill>
              <a:prstClr val="white"/>
            </a:solidFill>
            <a:latin typeface="+mj-lt"/>
            <a:ea typeface="+mn-ea"/>
            <a:cs typeface="+mn-cs"/>
          </a:endParaRPr>
        </a:p>
      </dsp:txBody>
      <dsp:txXfrm>
        <a:off x="3493181" y="4064942"/>
        <a:ext cx="754981" cy="331217"/>
      </dsp:txXfrm>
    </dsp:sp>
    <dsp:sp modelId="{9E83CD2B-B4A2-4D5A-B383-60AA1731ADD1}">
      <dsp:nvSpPr>
        <dsp:cNvPr id="0" name=""/>
        <dsp:cNvSpPr/>
      </dsp:nvSpPr>
      <dsp:spPr>
        <a:xfrm>
          <a:off x="4374951" y="3804326"/>
          <a:ext cx="484095" cy="2643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159"/>
              </a:lnTo>
              <a:lnTo>
                <a:pt x="484095" y="132159"/>
              </a:lnTo>
              <a:lnTo>
                <a:pt x="484095" y="264319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FFA8B6-9AA3-4170-9D0A-76EC77EC96F7}">
      <dsp:nvSpPr>
        <dsp:cNvPr id="0" name=""/>
        <dsp:cNvSpPr/>
      </dsp:nvSpPr>
      <dsp:spPr>
        <a:xfrm>
          <a:off x="4451734" y="4068645"/>
          <a:ext cx="814624" cy="340601"/>
        </a:xfrm>
        <a:prstGeom prst="roundRect">
          <a:avLst>
            <a:gd name="adj" fmla="val 10000"/>
          </a:avLst>
        </a:prstGeom>
        <a:solidFill>
          <a:srgbClr val="00B0F0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TBA</a:t>
          </a:r>
        </a:p>
      </dsp:txBody>
      <dsp:txXfrm>
        <a:off x="4461710" y="4078621"/>
        <a:ext cx="794672" cy="320649"/>
      </dsp:txXfrm>
    </dsp:sp>
    <dsp:sp modelId="{49CE45F4-684B-4307-95E5-0F04D4A86508}">
      <dsp:nvSpPr>
        <dsp:cNvPr id="0" name=""/>
        <dsp:cNvSpPr/>
      </dsp:nvSpPr>
      <dsp:spPr>
        <a:xfrm>
          <a:off x="6181671" y="2375444"/>
          <a:ext cx="185797" cy="3909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5477"/>
              </a:lnTo>
              <a:lnTo>
                <a:pt x="185797" y="195477"/>
              </a:lnTo>
              <a:lnTo>
                <a:pt x="185797" y="390955"/>
              </a:lnTo>
            </a:path>
          </a:pathLst>
        </a:custGeom>
        <a:noFill/>
        <a:ln w="127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F85F94-A772-4138-8E45-D1BB2B93FCBA}">
      <dsp:nvSpPr>
        <dsp:cNvPr id="0" name=""/>
        <dsp:cNvSpPr/>
      </dsp:nvSpPr>
      <dsp:spPr>
        <a:xfrm>
          <a:off x="6046470" y="2766400"/>
          <a:ext cx="641997" cy="166149"/>
        </a:xfrm>
        <a:prstGeom prst="roundRect">
          <a:avLst>
            <a:gd name="adj" fmla="val 10000"/>
          </a:avLst>
        </a:prstGeom>
        <a:solidFill>
          <a:schemeClr val="accent4">
            <a:lumMod val="5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latin typeface="+mj-lt"/>
            </a:rPr>
            <a:t>LIFTING </a:t>
          </a:r>
        </a:p>
      </dsp:txBody>
      <dsp:txXfrm>
        <a:off x="6051336" y="2771266"/>
        <a:ext cx="632265" cy="156417"/>
      </dsp:txXfrm>
    </dsp:sp>
    <dsp:sp modelId="{2AACDB3C-B566-4612-B2C4-1D4B90395B64}">
      <dsp:nvSpPr>
        <dsp:cNvPr id="0" name=""/>
        <dsp:cNvSpPr/>
      </dsp:nvSpPr>
      <dsp:spPr>
        <a:xfrm>
          <a:off x="6321749" y="2932549"/>
          <a:ext cx="91440" cy="17119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1199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25E8A7-0301-485E-A760-A446544FA08E}">
      <dsp:nvSpPr>
        <dsp:cNvPr id="0" name=""/>
        <dsp:cNvSpPr/>
      </dsp:nvSpPr>
      <dsp:spPr>
        <a:xfrm>
          <a:off x="5928576" y="3103748"/>
          <a:ext cx="877784" cy="417482"/>
        </a:xfrm>
        <a:prstGeom prst="roundRect">
          <a:avLst>
            <a:gd name="adj" fmla="val 10000"/>
          </a:avLst>
        </a:prstGeom>
        <a:solidFill>
          <a:srgbClr val="0091C4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LAP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Mr. Hamza Javed</a:t>
          </a:r>
          <a:endParaRPr lang="en-GB" sz="800" b="0" u="none" kern="1200" dirty="0">
            <a:solidFill>
              <a:prstClr val="white"/>
            </a:solidFill>
            <a:latin typeface="Calibri Light" panose="020F0302020204030204"/>
            <a:ea typeface="+mn-ea"/>
            <a:cs typeface="+mn-cs"/>
          </a:endParaRPr>
        </a:p>
      </dsp:txBody>
      <dsp:txXfrm>
        <a:off x="5940804" y="3115976"/>
        <a:ext cx="853328" cy="393026"/>
      </dsp:txXfrm>
    </dsp:sp>
    <dsp:sp modelId="{81B5835B-BA4D-49A7-844B-7979346494DB}">
      <dsp:nvSpPr>
        <dsp:cNvPr id="0" name=""/>
        <dsp:cNvSpPr/>
      </dsp:nvSpPr>
      <dsp:spPr>
        <a:xfrm>
          <a:off x="5879069" y="3521231"/>
          <a:ext cx="488399" cy="171199"/>
        </a:xfrm>
        <a:custGeom>
          <a:avLst/>
          <a:gdLst/>
          <a:ahLst/>
          <a:cxnLst/>
          <a:rect l="0" t="0" r="0" b="0"/>
          <a:pathLst>
            <a:path>
              <a:moveTo>
                <a:pt x="488399" y="0"/>
              </a:moveTo>
              <a:lnTo>
                <a:pt x="488399" y="85599"/>
              </a:lnTo>
              <a:lnTo>
                <a:pt x="0" y="85599"/>
              </a:lnTo>
              <a:lnTo>
                <a:pt x="0" y="171199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5318AF-80D6-40DE-9769-7B42F816243C}">
      <dsp:nvSpPr>
        <dsp:cNvPr id="0" name=""/>
        <dsp:cNvSpPr/>
      </dsp:nvSpPr>
      <dsp:spPr>
        <a:xfrm>
          <a:off x="5458958" y="3692430"/>
          <a:ext cx="840221" cy="452146"/>
        </a:xfrm>
        <a:prstGeom prst="roundRect">
          <a:avLst>
            <a:gd name="adj" fmla="val 10000"/>
          </a:avLst>
        </a:prstGeom>
        <a:solidFill>
          <a:srgbClr val="00B0F0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Lifting Supervisor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(Day)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0" u="none" kern="1200" dirty="0" err="1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Rahmathulla</a:t>
          </a:r>
          <a:r>
            <a:rPr lang="en-GB" sz="800" b="0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 </a:t>
          </a:r>
        </a:p>
      </dsp:txBody>
      <dsp:txXfrm>
        <a:off x="5472201" y="3705673"/>
        <a:ext cx="813735" cy="425660"/>
      </dsp:txXfrm>
    </dsp:sp>
    <dsp:sp modelId="{FD39B49A-C248-4C54-8900-C880B6BDFB06}">
      <dsp:nvSpPr>
        <dsp:cNvPr id="0" name=""/>
        <dsp:cNvSpPr/>
      </dsp:nvSpPr>
      <dsp:spPr>
        <a:xfrm>
          <a:off x="6367469" y="3521231"/>
          <a:ext cx="516410" cy="1711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599"/>
              </a:lnTo>
              <a:lnTo>
                <a:pt x="516410" y="85599"/>
              </a:lnTo>
              <a:lnTo>
                <a:pt x="516410" y="171199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8C900E-637B-4765-9A69-34F6BAF180CD}">
      <dsp:nvSpPr>
        <dsp:cNvPr id="0" name=""/>
        <dsp:cNvSpPr/>
      </dsp:nvSpPr>
      <dsp:spPr>
        <a:xfrm>
          <a:off x="6491779" y="3692430"/>
          <a:ext cx="784200" cy="474504"/>
        </a:xfrm>
        <a:prstGeom prst="roundRect">
          <a:avLst>
            <a:gd name="adj" fmla="val 10000"/>
          </a:avLst>
        </a:prstGeom>
        <a:solidFill>
          <a:srgbClr val="00B0F0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Lifting Supervisor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(Night)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0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Aman Gul</a:t>
          </a:r>
        </a:p>
      </dsp:txBody>
      <dsp:txXfrm>
        <a:off x="6505677" y="3706328"/>
        <a:ext cx="756404" cy="446708"/>
      </dsp:txXfrm>
    </dsp:sp>
    <dsp:sp modelId="{F71402A1-8EDA-4F80-93DC-52DD59C12353}">
      <dsp:nvSpPr>
        <dsp:cNvPr id="0" name=""/>
        <dsp:cNvSpPr/>
      </dsp:nvSpPr>
      <dsp:spPr>
        <a:xfrm>
          <a:off x="6181671" y="2375444"/>
          <a:ext cx="2677238" cy="3909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5477"/>
              </a:lnTo>
              <a:lnTo>
                <a:pt x="2677238" y="195477"/>
              </a:lnTo>
              <a:lnTo>
                <a:pt x="2677238" y="390955"/>
              </a:lnTo>
            </a:path>
          </a:pathLst>
        </a:custGeom>
        <a:noFill/>
        <a:ln w="127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0BA883-9452-4D5E-9B4E-C14732268062}">
      <dsp:nvSpPr>
        <dsp:cNvPr id="0" name=""/>
        <dsp:cNvSpPr/>
      </dsp:nvSpPr>
      <dsp:spPr>
        <a:xfrm>
          <a:off x="8537911" y="2766400"/>
          <a:ext cx="641997" cy="163991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latin typeface="+mj-lt"/>
            </a:rPr>
            <a:t>NIGHT SHIFT</a:t>
          </a:r>
        </a:p>
      </dsp:txBody>
      <dsp:txXfrm>
        <a:off x="8542714" y="2771203"/>
        <a:ext cx="632391" cy="154385"/>
      </dsp:txXfrm>
    </dsp:sp>
    <dsp:sp modelId="{4775B687-2505-4C98-AFB4-B57C2FDA32AF}">
      <dsp:nvSpPr>
        <dsp:cNvPr id="0" name=""/>
        <dsp:cNvSpPr/>
      </dsp:nvSpPr>
      <dsp:spPr>
        <a:xfrm>
          <a:off x="8813190" y="2930392"/>
          <a:ext cx="91440" cy="2238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3826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8966E1-711F-4EAF-AD2F-91E3BEC22BDC}">
      <dsp:nvSpPr>
        <dsp:cNvPr id="0" name=""/>
        <dsp:cNvSpPr/>
      </dsp:nvSpPr>
      <dsp:spPr>
        <a:xfrm>
          <a:off x="8459164" y="3154218"/>
          <a:ext cx="799492" cy="327722"/>
        </a:xfrm>
        <a:prstGeom prst="roundRect">
          <a:avLst>
            <a:gd name="adj" fmla="val 10000"/>
          </a:avLst>
        </a:prstGeom>
        <a:solidFill>
          <a:srgbClr val="0091C4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OSH ENGINEER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TBA</a:t>
          </a:r>
          <a:endParaRPr lang="en-GB" sz="800" b="1" u="none" kern="1200" dirty="0">
            <a:solidFill>
              <a:prstClr val="white"/>
            </a:solidFill>
            <a:latin typeface="+mj-lt"/>
            <a:ea typeface="+mn-ea"/>
            <a:cs typeface="+mn-cs"/>
          </a:endParaRPr>
        </a:p>
      </dsp:txBody>
      <dsp:txXfrm>
        <a:off x="8468763" y="3163817"/>
        <a:ext cx="780294" cy="308524"/>
      </dsp:txXfrm>
    </dsp:sp>
    <dsp:sp modelId="{EA0F0D34-5D3E-41E5-860B-2470EBC0763A}">
      <dsp:nvSpPr>
        <dsp:cNvPr id="0" name=""/>
        <dsp:cNvSpPr/>
      </dsp:nvSpPr>
      <dsp:spPr>
        <a:xfrm>
          <a:off x="7846227" y="3481941"/>
          <a:ext cx="1012682" cy="118572"/>
        </a:xfrm>
        <a:custGeom>
          <a:avLst/>
          <a:gdLst/>
          <a:ahLst/>
          <a:cxnLst/>
          <a:rect l="0" t="0" r="0" b="0"/>
          <a:pathLst>
            <a:path>
              <a:moveTo>
                <a:pt x="1012682" y="0"/>
              </a:moveTo>
              <a:lnTo>
                <a:pt x="1012682" y="59286"/>
              </a:lnTo>
              <a:lnTo>
                <a:pt x="0" y="59286"/>
              </a:lnTo>
              <a:lnTo>
                <a:pt x="0" y="118572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0E7E02-30FB-43BF-85DB-BE82F9FD6C6A}">
      <dsp:nvSpPr>
        <dsp:cNvPr id="0" name=""/>
        <dsp:cNvSpPr/>
      </dsp:nvSpPr>
      <dsp:spPr>
        <a:xfrm>
          <a:off x="7525228" y="3600513"/>
          <a:ext cx="641997" cy="181330"/>
        </a:xfrm>
        <a:prstGeom prst="roundRect">
          <a:avLst>
            <a:gd name="adj" fmla="val 10000"/>
          </a:avLst>
        </a:prstGeom>
        <a:solidFill>
          <a:srgbClr val="FFC000">
            <a:lumMod val="75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Zone 1</a:t>
          </a:r>
          <a:endParaRPr lang="en-AE" sz="800" b="1" u="none" kern="1200" dirty="0">
            <a:solidFill>
              <a:prstClr val="white"/>
            </a:solidFill>
            <a:latin typeface="Calibri Light" panose="020F0302020204030204"/>
            <a:ea typeface="+mn-ea"/>
            <a:cs typeface="+mn-cs"/>
          </a:endParaRPr>
        </a:p>
      </dsp:txBody>
      <dsp:txXfrm>
        <a:off x="7530539" y="3605824"/>
        <a:ext cx="631375" cy="170708"/>
      </dsp:txXfrm>
    </dsp:sp>
    <dsp:sp modelId="{28B95B4A-2485-47B0-883E-C6AEBB01CB13}">
      <dsp:nvSpPr>
        <dsp:cNvPr id="0" name=""/>
        <dsp:cNvSpPr/>
      </dsp:nvSpPr>
      <dsp:spPr>
        <a:xfrm>
          <a:off x="7800507" y="3781844"/>
          <a:ext cx="91440" cy="20811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8118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1F42FC-4FA1-4CAB-8988-EE875551DC1C}">
      <dsp:nvSpPr>
        <dsp:cNvPr id="0" name=""/>
        <dsp:cNvSpPr/>
      </dsp:nvSpPr>
      <dsp:spPr>
        <a:xfrm>
          <a:off x="7468578" y="3989962"/>
          <a:ext cx="755297" cy="305633"/>
        </a:xfrm>
        <a:prstGeom prst="roundRect">
          <a:avLst>
            <a:gd name="adj" fmla="val 10000"/>
          </a:avLst>
        </a:prstGeom>
        <a:solidFill>
          <a:srgbClr val="00B0F0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OSH OFFICER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Awaiz</a:t>
          </a:r>
        </a:p>
      </dsp:txBody>
      <dsp:txXfrm>
        <a:off x="7477530" y="3998914"/>
        <a:ext cx="737393" cy="287729"/>
      </dsp:txXfrm>
    </dsp:sp>
    <dsp:sp modelId="{526E22EB-E594-4980-AECE-F1F218ACE57F}">
      <dsp:nvSpPr>
        <dsp:cNvPr id="0" name=""/>
        <dsp:cNvSpPr/>
      </dsp:nvSpPr>
      <dsp:spPr>
        <a:xfrm>
          <a:off x="8801809" y="3481941"/>
          <a:ext cx="91440" cy="118572"/>
        </a:xfrm>
        <a:custGeom>
          <a:avLst/>
          <a:gdLst/>
          <a:ahLst/>
          <a:cxnLst/>
          <a:rect l="0" t="0" r="0" b="0"/>
          <a:pathLst>
            <a:path>
              <a:moveTo>
                <a:pt x="57101" y="0"/>
              </a:moveTo>
              <a:lnTo>
                <a:pt x="57101" y="59286"/>
              </a:lnTo>
              <a:lnTo>
                <a:pt x="45720" y="59286"/>
              </a:lnTo>
              <a:lnTo>
                <a:pt x="45720" y="118572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6BFC8C-F1F8-4483-B835-CE0668FF4296}">
      <dsp:nvSpPr>
        <dsp:cNvPr id="0" name=""/>
        <dsp:cNvSpPr/>
      </dsp:nvSpPr>
      <dsp:spPr>
        <a:xfrm>
          <a:off x="8526530" y="3600513"/>
          <a:ext cx="641997" cy="175980"/>
        </a:xfrm>
        <a:prstGeom prst="roundRect">
          <a:avLst>
            <a:gd name="adj" fmla="val 10000"/>
          </a:avLst>
        </a:prstGeom>
        <a:solidFill>
          <a:srgbClr val="FFC000">
            <a:lumMod val="75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Zone 2</a:t>
          </a:r>
        </a:p>
      </dsp:txBody>
      <dsp:txXfrm>
        <a:off x="8531684" y="3605667"/>
        <a:ext cx="631689" cy="165672"/>
      </dsp:txXfrm>
    </dsp:sp>
    <dsp:sp modelId="{B4ADA085-ADB2-4888-A2E9-829CAE4E9A11}">
      <dsp:nvSpPr>
        <dsp:cNvPr id="0" name=""/>
        <dsp:cNvSpPr/>
      </dsp:nvSpPr>
      <dsp:spPr>
        <a:xfrm>
          <a:off x="8801809" y="3776494"/>
          <a:ext cx="91440" cy="2082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8238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312D53-08B7-4A1E-9DA2-669543661C30}">
      <dsp:nvSpPr>
        <dsp:cNvPr id="0" name=""/>
        <dsp:cNvSpPr/>
      </dsp:nvSpPr>
      <dsp:spPr>
        <a:xfrm>
          <a:off x="8393710" y="3984732"/>
          <a:ext cx="907637" cy="315148"/>
        </a:xfrm>
        <a:prstGeom prst="roundRect">
          <a:avLst>
            <a:gd name="adj" fmla="val 10000"/>
          </a:avLst>
        </a:prstGeom>
        <a:solidFill>
          <a:srgbClr val="00B0F0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OSH OFFICER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Mr. </a:t>
          </a:r>
          <a:r>
            <a:rPr lang="en-US" sz="800" b="0" u="none" kern="1200" dirty="0" err="1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Nasurudheen</a:t>
          </a:r>
          <a:endParaRPr lang="en-GB" sz="800" b="1" u="none" kern="1200" dirty="0">
            <a:solidFill>
              <a:prstClr val="white"/>
            </a:solidFill>
            <a:latin typeface="Calibri Light" panose="020F0302020204030204"/>
            <a:ea typeface="+mn-ea"/>
            <a:cs typeface="+mn-cs"/>
          </a:endParaRPr>
        </a:p>
      </dsp:txBody>
      <dsp:txXfrm>
        <a:off x="8402940" y="3993962"/>
        <a:ext cx="889177" cy="296688"/>
      </dsp:txXfrm>
    </dsp:sp>
    <dsp:sp modelId="{00AE6031-1CF7-44FA-80B8-E6FE109530C1}">
      <dsp:nvSpPr>
        <dsp:cNvPr id="0" name=""/>
        <dsp:cNvSpPr/>
      </dsp:nvSpPr>
      <dsp:spPr>
        <a:xfrm>
          <a:off x="8858910" y="3481941"/>
          <a:ext cx="1012682" cy="1185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286"/>
              </a:lnTo>
              <a:lnTo>
                <a:pt x="1012682" y="59286"/>
              </a:lnTo>
              <a:lnTo>
                <a:pt x="1012682" y="118572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732B43-4162-4303-B80F-260C7B49B50B}">
      <dsp:nvSpPr>
        <dsp:cNvPr id="0" name=""/>
        <dsp:cNvSpPr/>
      </dsp:nvSpPr>
      <dsp:spPr>
        <a:xfrm>
          <a:off x="9550594" y="3600513"/>
          <a:ext cx="641997" cy="163131"/>
        </a:xfrm>
        <a:prstGeom prst="roundRect">
          <a:avLst>
            <a:gd name="adj" fmla="val 10000"/>
          </a:avLst>
        </a:prstGeom>
        <a:solidFill>
          <a:srgbClr val="FFC000">
            <a:lumMod val="75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Zone 3</a:t>
          </a:r>
        </a:p>
      </dsp:txBody>
      <dsp:txXfrm>
        <a:off x="9555372" y="3605291"/>
        <a:ext cx="632441" cy="153575"/>
      </dsp:txXfrm>
    </dsp:sp>
    <dsp:sp modelId="{7302AD92-2346-4660-81F8-63907E52261E}">
      <dsp:nvSpPr>
        <dsp:cNvPr id="0" name=""/>
        <dsp:cNvSpPr/>
      </dsp:nvSpPr>
      <dsp:spPr>
        <a:xfrm>
          <a:off x="9825873" y="3763645"/>
          <a:ext cx="91440" cy="2082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8238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0F8516-9038-4699-BFCA-FDDF13DFE5CE}">
      <dsp:nvSpPr>
        <dsp:cNvPr id="0" name=""/>
        <dsp:cNvSpPr/>
      </dsp:nvSpPr>
      <dsp:spPr>
        <a:xfrm>
          <a:off x="9516712" y="3971884"/>
          <a:ext cx="709760" cy="315148"/>
        </a:xfrm>
        <a:prstGeom prst="roundRect">
          <a:avLst>
            <a:gd name="adj" fmla="val 10000"/>
          </a:avLst>
        </a:prstGeom>
        <a:solidFill>
          <a:srgbClr val="00B0F0"/>
        </a:solidFill>
        <a:ln w="19050">
          <a:noFill/>
          <a:prstDash val="dash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OSH OFFICER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0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TBA</a:t>
          </a:r>
        </a:p>
      </dsp:txBody>
      <dsp:txXfrm>
        <a:off x="9525942" y="3981114"/>
        <a:ext cx="691300" cy="296688"/>
      </dsp:txXfrm>
    </dsp:sp>
    <dsp:sp modelId="{437F81C6-DFBD-4E8E-9CAB-82CFE7E66A5F}">
      <dsp:nvSpPr>
        <dsp:cNvPr id="0" name=""/>
        <dsp:cNvSpPr/>
      </dsp:nvSpPr>
      <dsp:spPr>
        <a:xfrm>
          <a:off x="6181671" y="2375444"/>
          <a:ext cx="3707915" cy="3909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5477"/>
              </a:lnTo>
              <a:lnTo>
                <a:pt x="3707915" y="195477"/>
              </a:lnTo>
              <a:lnTo>
                <a:pt x="3707915" y="390955"/>
              </a:lnTo>
            </a:path>
          </a:pathLst>
        </a:custGeom>
        <a:noFill/>
        <a:ln w="127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03BA56-566B-43D3-B607-48160D4203B4}">
      <dsp:nvSpPr>
        <dsp:cNvPr id="0" name=""/>
        <dsp:cNvSpPr/>
      </dsp:nvSpPr>
      <dsp:spPr>
        <a:xfrm>
          <a:off x="9481247" y="2766400"/>
          <a:ext cx="816679" cy="264973"/>
        </a:xfrm>
        <a:prstGeom prst="roundRect">
          <a:avLst>
            <a:gd name="adj" fmla="val 10000"/>
          </a:avLst>
        </a:prstGeom>
        <a:solidFill>
          <a:srgbClr val="FFC000">
            <a:lumMod val="75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800" b="1" u="none" kern="1200" dirty="0">
              <a:latin typeface="+mj-lt"/>
            </a:rPr>
            <a:t>OSH </a:t>
          </a:r>
          <a:r>
            <a:rPr lang="en-AE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COORDINATOR</a:t>
          </a:r>
          <a:r>
            <a:rPr lang="en-AE" sz="800" b="1" u="none" kern="1200" dirty="0">
              <a:latin typeface="+mj-lt"/>
            </a:rPr>
            <a:t> </a:t>
          </a:r>
          <a:r>
            <a:rPr lang="en-US" sz="800" b="1" u="none" kern="1200" dirty="0">
              <a:latin typeface="+mj-lt"/>
            </a:rPr>
            <a:t> </a:t>
          </a:r>
          <a:endParaRPr lang="en-AE" sz="800" b="1" u="none" kern="1200" dirty="0">
            <a:latin typeface="+mj-lt"/>
          </a:endParaRPr>
        </a:p>
      </dsp:txBody>
      <dsp:txXfrm>
        <a:off x="9489008" y="2774161"/>
        <a:ext cx="801157" cy="249451"/>
      </dsp:txXfrm>
    </dsp:sp>
    <dsp:sp modelId="{48125E72-F12E-412F-8190-DA49202D9C54}">
      <dsp:nvSpPr>
        <dsp:cNvPr id="0" name=""/>
        <dsp:cNvSpPr/>
      </dsp:nvSpPr>
      <dsp:spPr>
        <a:xfrm>
          <a:off x="9840124" y="2985654"/>
          <a:ext cx="91440" cy="91440"/>
        </a:xfrm>
        <a:custGeom>
          <a:avLst/>
          <a:gdLst/>
          <a:ahLst/>
          <a:cxnLst/>
          <a:rect l="0" t="0" r="0" b="0"/>
          <a:pathLst>
            <a:path>
              <a:moveTo>
                <a:pt x="49462" y="45720"/>
              </a:moveTo>
              <a:lnTo>
                <a:pt x="49462" y="85125"/>
              </a:lnTo>
              <a:lnTo>
                <a:pt x="45720" y="85125"/>
              </a:lnTo>
              <a:lnTo>
                <a:pt x="45720" y="124531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BF263B-63F0-46E0-89A3-C87D9D3C932A}">
      <dsp:nvSpPr>
        <dsp:cNvPr id="0" name=""/>
        <dsp:cNvSpPr/>
      </dsp:nvSpPr>
      <dsp:spPr>
        <a:xfrm>
          <a:off x="9447513" y="3110185"/>
          <a:ext cx="876661" cy="372423"/>
        </a:xfrm>
        <a:prstGeom prst="roundRect">
          <a:avLst>
            <a:gd name="adj" fmla="val 10000"/>
          </a:avLst>
        </a:prstGeom>
        <a:solidFill>
          <a:srgbClr val="0091C4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SR. OSH OFFICER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0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Mr. Shamil </a:t>
          </a:r>
          <a:endParaRPr lang="en-US" sz="800" b="0" u="none" kern="1200" dirty="0">
            <a:solidFill>
              <a:prstClr val="white"/>
            </a:solidFill>
            <a:latin typeface="+mj-lt"/>
            <a:ea typeface="+mn-ea"/>
            <a:cs typeface="+mn-cs"/>
          </a:endParaRPr>
        </a:p>
      </dsp:txBody>
      <dsp:txXfrm>
        <a:off x="9458421" y="3121093"/>
        <a:ext cx="854845" cy="350607"/>
      </dsp:txXfrm>
    </dsp:sp>
    <dsp:sp modelId="{FAC3298F-434D-4D7C-B684-E10F68956523}">
      <dsp:nvSpPr>
        <dsp:cNvPr id="0" name=""/>
        <dsp:cNvSpPr/>
      </dsp:nvSpPr>
      <dsp:spPr>
        <a:xfrm>
          <a:off x="6181671" y="2375444"/>
          <a:ext cx="5101484" cy="3843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162"/>
              </a:lnTo>
              <a:lnTo>
                <a:pt x="5101484" y="192162"/>
              </a:lnTo>
              <a:lnTo>
                <a:pt x="5101484" y="384325"/>
              </a:lnTo>
            </a:path>
          </a:pathLst>
        </a:custGeom>
        <a:noFill/>
        <a:ln w="127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7A69FE-A782-4294-A0EE-A5267A13E66E}">
      <dsp:nvSpPr>
        <dsp:cNvPr id="0" name=""/>
        <dsp:cNvSpPr/>
      </dsp:nvSpPr>
      <dsp:spPr>
        <a:xfrm rot="10800000" flipV="1">
          <a:off x="10962156" y="2759770"/>
          <a:ext cx="641997" cy="269776"/>
        </a:xfrm>
        <a:prstGeom prst="roundRect">
          <a:avLst>
            <a:gd name="adj" fmla="val 10000"/>
          </a:avLst>
        </a:prstGeom>
        <a:solidFill>
          <a:srgbClr val="FFC000">
            <a:lumMod val="75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MALE</a:t>
          </a:r>
          <a:r>
            <a:rPr lang="en-US" sz="800" b="1" u="none" kern="1200" dirty="0">
              <a:latin typeface="+mj-lt"/>
            </a:rPr>
            <a:t> </a:t>
          </a:r>
          <a:r>
            <a:rPr lang="en-US" sz="800" b="1" u="none" kern="1200" dirty="0">
              <a:solidFill>
                <a:prstClr val="white"/>
              </a:solidFill>
              <a:latin typeface="+mj-lt"/>
              <a:ea typeface="+mn-ea"/>
              <a:cs typeface="+mn-cs"/>
            </a:rPr>
            <a:t>NURSE</a:t>
          </a:r>
        </a:p>
      </dsp:txBody>
      <dsp:txXfrm rot="-10800000">
        <a:off x="10970057" y="2767671"/>
        <a:ext cx="626195" cy="253974"/>
      </dsp:txXfrm>
    </dsp:sp>
    <dsp:sp modelId="{2C6C5276-EA06-44C4-BA9B-E6970A14CEA0}">
      <dsp:nvSpPr>
        <dsp:cNvPr id="0" name=""/>
        <dsp:cNvSpPr/>
      </dsp:nvSpPr>
      <dsp:spPr>
        <a:xfrm>
          <a:off x="10864386" y="3029546"/>
          <a:ext cx="418768" cy="239807"/>
        </a:xfrm>
        <a:custGeom>
          <a:avLst/>
          <a:gdLst/>
          <a:ahLst/>
          <a:cxnLst/>
          <a:rect l="0" t="0" r="0" b="0"/>
          <a:pathLst>
            <a:path>
              <a:moveTo>
                <a:pt x="418768" y="0"/>
              </a:moveTo>
              <a:lnTo>
                <a:pt x="418768" y="119903"/>
              </a:lnTo>
              <a:lnTo>
                <a:pt x="0" y="119903"/>
              </a:lnTo>
              <a:lnTo>
                <a:pt x="0" y="239807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3289C2-5377-402A-8333-2EF156D1DE38}">
      <dsp:nvSpPr>
        <dsp:cNvPr id="0" name=""/>
        <dsp:cNvSpPr/>
      </dsp:nvSpPr>
      <dsp:spPr>
        <a:xfrm>
          <a:off x="10519046" y="3269354"/>
          <a:ext cx="690680" cy="15679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u="none" kern="1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rPr>
            <a:t>Day Shift</a:t>
          </a:r>
        </a:p>
      </dsp:txBody>
      <dsp:txXfrm>
        <a:off x="10523638" y="3273946"/>
        <a:ext cx="681496" cy="147609"/>
      </dsp:txXfrm>
    </dsp:sp>
    <dsp:sp modelId="{5EC23FF9-C015-4E02-943F-E224036DB5C2}">
      <dsp:nvSpPr>
        <dsp:cNvPr id="0" name=""/>
        <dsp:cNvSpPr/>
      </dsp:nvSpPr>
      <dsp:spPr>
        <a:xfrm>
          <a:off x="10818666" y="3426147"/>
          <a:ext cx="91440" cy="16673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3369"/>
              </a:lnTo>
              <a:lnTo>
                <a:pt x="47190" y="83369"/>
              </a:lnTo>
              <a:lnTo>
                <a:pt x="47190" y="166739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9556BF-CEA1-49DD-B392-357495990484}">
      <dsp:nvSpPr>
        <dsp:cNvPr id="0" name=""/>
        <dsp:cNvSpPr/>
      </dsp:nvSpPr>
      <dsp:spPr>
        <a:xfrm>
          <a:off x="10544858" y="3592887"/>
          <a:ext cx="641997" cy="268924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u="none" kern="1200" dirty="0">
              <a:latin typeface="+mj-lt"/>
            </a:rPr>
            <a:t>Manjeet Singh</a:t>
          </a:r>
        </a:p>
      </dsp:txBody>
      <dsp:txXfrm>
        <a:off x="10552735" y="3600764"/>
        <a:ext cx="626243" cy="253170"/>
      </dsp:txXfrm>
    </dsp:sp>
    <dsp:sp modelId="{AE76F8F0-8669-47B5-A6D6-6C229165BBB8}">
      <dsp:nvSpPr>
        <dsp:cNvPr id="0" name=""/>
        <dsp:cNvSpPr/>
      </dsp:nvSpPr>
      <dsp:spPr>
        <a:xfrm>
          <a:off x="11283155" y="3029546"/>
          <a:ext cx="432087" cy="2501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067"/>
              </a:lnTo>
              <a:lnTo>
                <a:pt x="432087" y="125067"/>
              </a:lnTo>
              <a:lnTo>
                <a:pt x="432087" y="250135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D6875B-F1B6-4322-B47C-6608248BAF28}">
      <dsp:nvSpPr>
        <dsp:cNvPr id="0" name=""/>
        <dsp:cNvSpPr/>
      </dsp:nvSpPr>
      <dsp:spPr>
        <a:xfrm>
          <a:off x="11394243" y="3279681"/>
          <a:ext cx="641997" cy="153232"/>
        </a:xfrm>
        <a:prstGeom prst="roundRect">
          <a:avLst>
            <a:gd name="adj" fmla="val 10000"/>
          </a:avLst>
        </a:prstGeom>
        <a:solidFill>
          <a:schemeClr val="tx1">
            <a:lumMod val="95000"/>
            <a:lumOff val="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u="none" kern="1200" dirty="0">
              <a:solidFill>
                <a:prstClr val="white"/>
              </a:solidFill>
              <a:latin typeface="Calibri Light" panose="020F0302020204030204"/>
              <a:ea typeface="+mn-ea"/>
              <a:cs typeface="+mn-cs"/>
            </a:rPr>
            <a:t>Night Shift</a:t>
          </a:r>
        </a:p>
      </dsp:txBody>
      <dsp:txXfrm>
        <a:off x="11398731" y="3284169"/>
        <a:ext cx="633021" cy="144256"/>
      </dsp:txXfrm>
    </dsp:sp>
    <dsp:sp modelId="{83912878-BA2C-4AA6-A914-6BFFE156AA90}">
      <dsp:nvSpPr>
        <dsp:cNvPr id="0" name=""/>
        <dsp:cNvSpPr/>
      </dsp:nvSpPr>
      <dsp:spPr>
        <a:xfrm>
          <a:off x="11669060" y="3432913"/>
          <a:ext cx="91440" cy="164287"/>
        </a:xfrm>
        <a:custGeom>
          <a:avLst/>
          <a:gdLst/>
          <a:ahLst/>
          <a:cxnLst/>
          <a:rect l="0" t="0" r="0" b="0"/>
          <a:pathLst>
            <a:path>
              <a:moveTo>
                <a:pt x="46182" y="0"/>
              </a:moveTo>
              <a:lnTo>
                <a:pt x="46182" y="82143"/>
              </a:lnTo>
              <a:lnTo>
                <a:pt x="45720" y="82143"/>
              </a:lnTo>
              <a:lnTo>
                <a:pt x="45720" y="164287"/>
              </a:lnTo>
            </a:path>
          </a:pathLst>
        </a:cu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C3280C-2367-4012-92B2-BB48490ED85A}">
      <dsp:nvSpPr>
        <dsp:cNvPr id="0" name=""/>
        <dsp:cNvSpPr/>
      </dsp:nvSpPr>
      <dsp:spPr>
        <a:xfrm>
          <a:off x="11393781" y="3597201"/>
          <a:ext cx="641997" cy="265658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u="none" kern="1200" dirty="0">
              <a:latin typeface="+mj-lt"/>
            </a:rPr>
            <a:t>Mr. Sharukh</a:t>
          </a:r>
          <a:endParaRPr lang="en-US" sz="800" u="none" kern="1200" dirty="0">
            <a:solidFill>
              <a:prstClr val="white"/>
            </a:solidFill>
            <a:latin typeface="Calibri Light" panose="020F0302020204030204"/>
            <a:ea typeface="+mn-ea"/>
            <a:cs typeface="+mn-cs"/>
          </a:endParaRPr>
        </a:p>
      </dsp:txBody>
      <dsp:txXfrm>
        <a:off x="11401562" y="3604982"/>
        <a:ext cx="626435" cy="2500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4028748" cy="351433"/>
          </a:xfrm>
          <a:prstGeom prst="rect">
            <a:avLst/>
          </a:prstGeom>
        </p:spPr>
        <p:txBody>
          <a:bodyPr vert="horz" lIns="88126" tIns="44064" rIns="88126" bIns="44064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6115" y="2"/>
            <a:ext cx="4028748" cy="351433"/>
          </a:xfrm>
          <a:prstGeom prst="rect">
            <a:avLst/>
          </a:prstGeom>
        </p:spPr>
        <p:txBody>
          <a:bodyPr vert="horz" lIns="88126" tIns="44064" rIns="88126" bIns="44064" rtlCol="0"/>
          <a:lstStyle>
            <a:lvl1pPr algn="r">
              <a:defRPr sz="1200"/>
            </a:lvl1pPr>
          </a:lstStyle>
          <a:p>
            <a:fld id="{985BDDE1-8268-4063-83D7-026CE32854C6}" type="datetimeFigureOut">
              <a:rPr lang="en-AE" smtClean="0"/>
              <a:t>30/07/2026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1813" y="876300"/>
            <a:ext cx="3152775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26" tIns="44064" rIns="88126" bIns="44064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949" y="3374364"/>
            <a:ext cx="7436505" cy="2759736"/>
          </a:xfrm>
          <a:prstGeom prst="rect">
            <a:avLst/>
          </a:prstGeom>
        </p:spPr>
        <p:txBody>
          <a:bodyPr vert="horz" lIns="88126" tIns="44064" rIns="88126" bIns="4406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968"/>
            <a:ext cx="4028748" cy="351432"/>
          </a:xfrm>
          <a:prstGeom prst="rect">
            <a:avLst/>
          </a:prstGeom>
        </p:spPr>
        <p:txBody>
          <a:bodyPr vert="horz" lIns="88126" tIns="44064" rIns="88126" bIns="44064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6115" y="6658968"/>
            <a:ext cx="4028748" cy="351432"/>
          </a:xfrm>
          <a:prstGeom prst="rect">
            <a:avLst/>
          </a:prstGeom>
        </p:spPr>
        <p:txBody>
          <a:bodyPr vert="horz" lIns="88126" tIns="44064" rIns="88126" bIns="44064" rtlCol="0" anchor="b"/>
          <a:lstStyle>
            <a:lvl1pPr algn="r">
              <a:defRPr sz="1200"/>
            </a:lvl1pPr>
          </a:lstStyle>
          <a:p>
            <a:fld id="{9E163E00-3A13-4692-9E01-4876C31911B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22876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7F6C5-3B7D-48E7-AE57-A3F75E363906}" type="datetimeFigureOut">
              <a:rPr lang="en-AE" smtClean="0"/>
              <a:t>30/07/2026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A9659-998B-4F91-B199-6F3E256948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30575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7F6C5-3B7D-48E7-AE57-A3F75E363906}" type="datetimeFigureOut">
              <a:rPr lang="en-AE" smtClean="0"/>
              <a:t>30/07/2026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A9659-998B-4F91-B199-6F3E256948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65034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7F6C5-3B7D-48E7-AE57-A3F75E363906}" type="datetimeFigureOut">
              <a:rPr lang="en-AE" smtClean="0"/>
              <a:t>30/07/2026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A9659-998B-4F91-B199-6F3E256948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42857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7F6C5-3B7D-48E7-AE57-A3F75E363906}" type="datetimeFigureOut">
              <a:rPr lang="en-AE" smtClean="0"/>
              <a:t>30/07/2026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A9659-998B-4F91-B199-6F3E256948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70631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7F6C5-3B7D-48E7-AE57-A3F75E363906}" type="datetimeFigureOut">
              <a:rPr lang="en-AE" smtClean="0"/>
              <a:t>30/07/2026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A9659-998B-4F91-B199-6F3E256948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94368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7F6C5-3B7D-48E7-AE57-A3F75E363906}" type="datetimeFigureOut">
              <a:rPr lang="en-AE" smtClean="0"/>
              <a:t>30/07/2026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A9659-998B-4F91-B199-6F3E256948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04281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7F6C5-3B7D-48E7-AE57-A3F75E363906}" type="datetimeFigureOut">
              <a:rPr lang="en-AE" smtClean="0"/>
              <a:t>30/07/2026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A9659-998B-4F91-B199-6F3E256948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8044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7F6C5-3B7D-48E7-AE57-A3F75E363906}" type="datetimeFigureOut">
              <a:rPr lang="en-AE" smtClean="0"/>
              <a:t>30/07/2026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A9659-998B-4F91-B199-6F3E256948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00626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7F6C5-3B7D-48E7-AE57-A3F75E363906}" type="datetimeFigureOut">
              <a:rPr lang="en-AE" smtClean="0"/>
              <a:t>30/07/2026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A9659-998B-4F91-B199-6F3E256948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81277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7F6C5-3B7D-48E7-AE57-A3F75E363906}" type="datetimeFigureOut">
              <a:rPr lang="en-AE" smtClean="0"/>
              <a:t>30/07/2026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A9659-998B-4F91-B199-6F3E256948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04907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7F6C5-3B7D-48E7-AE57-A3F75E363906}" type="datetimeFigureOut">
              <a:rPr lang="en-AE" smtClean="0"/>
              <a:t>30/07/2026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A9659-998B-4F91-B199-6F3E256948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27308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7F6C5-3B7D-48E7-AE57-A3F75E363906}" type="datetimeFigureOut">
              <a:rPr lang="en-AE" smtClean="0"/>
              <a:t>30/07/2026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A9659-998B-4F91-B199-6F3E2569487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62779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9D4E7-FEF6-D459-1895-28149D267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5468721-8B8C-B889-FA6B-AD9C2D8A9EFE}"/>
              </a:ext>
            </a:extLst>
          </p:cNvPr>
          <p:cNvSpPr/>
          <p:nvPr/>
        </p:nvSpPr>
        <p:spPr>
          <a:xfrm>
            <a:off x="341376" y="566372"/>
            <a:ext cx="12131039" cy="84684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58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A48CAD3-1E8F-6507-311B-5C7E3BEBB9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4442287"/>
              </p:ext>
            </p:extLst>
          </p:nvPr>
        </p:nvGraphicFramePr>
        <p:xfrm>
          <a:off x="376462" y="1417713"/>
          <a:ext cx="12048676" cy="5747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92029E0-7EB8-7568-F1C1-02F94350E177}"/>
              </a:ext>
            </a:extLst>
          </p:cNvPr>
          <p:cNvSpPr txBox="1"/>
          <p:nvPr/>
        </p:nvSpPr>
        <p:spPr>
          <a:xfrm>
            <a:off x="3200400" y="1182713"/>
            <a:ext cx="64008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2400" b="1" kern="1200" spc="0" dirty="0">
                <a:ln w="9525" cap="flat" cmpd="sng" algn="ctr">
                  <a:solidFill>
                    <a:srgbClr val="FFFFFF"/>
                  </a:solidFill>
                  <a:prstDash val="solid"/>
                  <a:round/>
                </a:ln>
                <a:solidFill>
                  <a:srgbClr val="00B05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OSH TEAM ORGANIZATION CHART</a:t>
            </a:r>
            <a:endParaRPr lang="en-AE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40959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5020</TotalTime>
  <Words>124</Words>
  <Application>Microsoft Office PowerPoint</Application>
  <PresentationFormat>A3 Paper (297x420 mm)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SHAMIL HSE ENGINEER</dc:creator>
  <cp:lastModifiedBy>SHAMIL HSE ENGINEER</cp:lastModifiedBy>
  <cp:revision>58</cp:revision>
  <cp:lastPrinted>2026-06-24T13:28:39Z</cp:lastPrinted>
  <dcterms:created xsi:type="dcterms:W3CDTF">2024-01-15T01:44:48Z</dcterms:created>
  <dcterms:modified xsi:type="dcterms:W3CDTF">2026-07-30T04:45:52Z</dcterms:modified>
</cp:coreProperties>
</file>